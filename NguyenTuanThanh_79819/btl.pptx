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46" r:id="rId1"/>
  </p:sldMasterIdLst>
  <p:sldIdLst>
    <p:sldId id="257" r:id="rId2"/>
    <p:sldId id="259" r:id="rId3"/>
    <p:sldId id="260" r:id="rId4"/>
    <p:sldId id="265" r:id="rId5"/>
    <p:sldId id="261" r:id="rId6"/>
    <p:sldId id="268" r:id="rId7"/>
    <p:sldId id="266" r:id="rId8"/>
    <p:sldId id="267" r:id="rId9"/>
    <p:sldId id="269" r:id="rId10"/>
    <p:sldId id="276" r:id="rId11"/>
    <p:sldId id="272" r:id="rId12"/>
    <p:sldId id="277" r:id="rId13"/>
    <p:sldId id="278" r:id="rId14"/>
    <p:sldId id="270" r:id="rId15"/>
    <p:sldId id="273" r:id="rId16"/>
    <p:sldId id="275" r:id="rId17"/>
    <p:sldId id="274" r:id="rId18"/>
    <p:sldId id="279" r:id="rId19"/>
    <p:sldId id="271" r:id="rId20"/>
    <p:sldId id="262"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12/8/2021</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12/8/2021</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12/8/2021</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12/8/2021</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12/8/2021</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12/8/2021</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12/8/2021</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12/8/2021</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12/8/2021</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12/8/2021</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12/8/2021</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12/8/2021</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3000" dirty="0" err="1" smtClean="0"/>
              <a:t>Đề</a:t>
            </a:r>
            <a:r>
              <a:rPr lang="en-US" sz="3000" dirty="0" smtClean="0"/>
              <a:t> </a:t>
            </a:r>
            <a:r>
              <a:rPr lang="en-US" sz="3000" dirty="0" err="1" smtClean="0"/>
              <a:t>tài</a:t>
            </a:r>
            <a:r>
              <a:rPr lang="en-US" sz="3000" dirty="0" smtClean="0"/>
              <a:t> 15: </a:t>
            </a:r>
            <a:r>
              <a:rPr lang="en-US" sz="3000" dirty="0" err="1" smtClean="0"/>
              <a:t>Xây</a:t>
            </a:r>
            <a:r>
              <a:rPr lang="en-US" sz="3000" dirty="0" smtClean="0"/>
              <a:t> </a:t>
            </a:r>
            <a:r>
              <a:rPr lang="en-US" sz="3000" dirty="0" err="1" smtClean="0"/>
              <a:t>dựng</a:t>
            </a:r>
            <a:r>
              <a:rPr lang="en-US" sz="3000" dirty="0" smtClean="0"/>
              <a:t> </a:t>
            </a:r>
            <a:r>
              <a:rPr lang="en-US" sz="3000" dirty="0" err="1" smtClean="0"/>
              <a:t>hệ</a:t>
            </a:r>
            <a:r>
              <a:rPr lang="en-US" sz="3000" dirty="0" smtClean="0"/>
              <a:t> </a:t>
            </a:r>
            <a:r>
              <a:rPr lang="en-US" sz="3000" dirty="0" err="1" smtClean="0"/>
              <a:t>thống</a:t>
            </a:r>
            <a:r>
              <a:rPr lang="en-US" sz="3000" dirty="0" smtClean="0"/>
              <a:t> </a:t>
            </a:r>
            <a:r>
              <a:rPr lang="en-US" sz="3000" dirty="0" err="1" smtClean="0"/>
              <a:t>phát</a:t>
            </a:r>
            <a:r>
              <a:rPr lang="en-US" sz="3000" dirty="0" smtClean="0"/>
              <a:t> </a:t>
            </a:r>
            <a:r>
              <a:rPr lang="en-US" sz="3000" dirty="0" err="1" smtClean="0"/>
              <a:t>hiện</a:t>
            </a:r>
            <a:r>
              <a:rPr lang="en-US" sz="3000" dirty="0" smtClean="0"/>
              <a:t> </a:t>
            </a:r>
            <a:r>
              <a:rPr lang="en-US" sz="3000" dirty="0" err="1" smtClean="0"/>
              <a:t>người</a:t>
            </a:r>
            <a:r>
              <a:rPr lang="en-US" sz="3000" dirty="0" smtClean="0"/>
              <a:t> </a:t>
            </a:r>
            <a:r>
              <a:rPr lang="en-US" sz="3000" dirty="0" err="1" smtClean="0"/>
              <a:t>không</a:t>
            </a:r>
            <a:r>
              <a:rPr lang="en-US" sz="3000" dirty="0" smtClean="0"/>
              <a:t> </a:t>
            </a:r>
            <a:r>
              <a:rPr lang="en-US" sz="3000" dirty="0" err="1" smtClean="0"/>
              <a:t>đeo</a:t>
            </a:r>
            <a:r>
              <a:rPr lang="en-US" sz="3000" dirty="0" smtClean="0"/>
              <a:t> </a:t>
            </a:r>
            <a:r>
              <a:rPr lang="en-US" sz="3000" dirty="0" err="1" smtClean="0"/>
              <a:t>khẩu</a:t>
            </a:r>
            <a:r>
              <a:rPr lang="en-US" sz="3000" dirty="0" smtClean="0"/>
              <a:t> </a:t>
            </a:r>
            <a:r>
              <a:rPr lang="en-US" sz="3000" dirty="0" err="1" smtClean="0"/>
              <a:t>trang</a:t>
            </a:r>
            <a:r>
              <a:rPr lang="en-US" sz="3000" dirty="0" smtClean="0"/>
              <a:t> </a:t>
            </a:r>
            <a:r>
              <a:rPr lang="en-US" sz="3000" dirty="0" err="1" smtClean="0"/>
              <a:t>dựa</a:t>
            </a:r>
            <a:r>
              <a:rPr lang="en-US" sz="3000" dirty="0" smtClean="0"/>
              <a:t> </a:t>
            </a:r>
            <a:r>
              <a:rPr lang="en-US" sz="3000" dirty="0" err="1" smtClean="0"/>
              <a:t>trên</a:t>
            </a:r>
            <a:r>
              <a:rPr lang="en-US" sz="3000" dirty="0" smtClean="0"/>
              <a:t> </a:t>
            </a:r>
            <a:r>
              <a:rPr lang="en-US" sz="3000" dirty="0" err="1" smtClean="0"/>
              <a:t>hình</a:t>
            </a:r>
            <a:r>
              <a:rPr lang="en-US" sz="3000" dirty="0" smtClean="0"/>
              <a:t> </a:t>
            </a:r>
            <a:r>
              <a:rPr lang="en-US" sz="3000" dirty="0" err="1" smtClean="0"/>
              <a:t>ảnh</a:t>
            </a:r>
            <a:endParaRPr lang="en-US" sz="3000" dirty="0"/>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289754" y="4708966"/>
            <a:ext cx="6096000" cy="707886"/>
          </a:xfrm>
          <a:prstGeom prst="rect">
            <a:avLst/>
          </a:prstGeom>
        </p:spPr>
        <p:txBody>
          <a:bodyPr>
            <a:spAutoFit/>
          </a:bodyPr>
          <a:lstStyle/>
          <a:p>
            <a:r>
              <a:rPr lang="en-US" sz="2000" dirty="0" err="1" smtClean="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Giáo</a:t>
            </a:r>
            <a:r>
              <a:rPr lang="en-US" sz="2000" dirty="0" smtClean="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viên</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hướng</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dẫn</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smtClean="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PhD.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Nguyễn</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Hữu</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T</a:t>
            </a:r>
            <a:r>
              <a:rPr lang="en-US" sz="2000" dirty="0" err="1" smtClean="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uân</a:t>
            </a:r>
            <a:endParaRPr lang="en-US" sz="2000" dirty="0" smtClean="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endParaRPr>
          </a:p>
          <a:p>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Sinh</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smtClean="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viên</a:t>
            </a:r>
            <a:r>
              <a:rPr lang="en-US" sz="2000" dirty="0" smtClean="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thực</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hiện</a:t>
            </a:r>
            <a:r>
              <a:rPr lang="en-US" sz="2000" dirty="0">
                <a:solidFill>
                  <a:schemeClr val="tx1">
                    <a:lumMod val="85000"/>
                    <a:lumOff val="1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Nguyễn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Tuấn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Thành</a:t>
            </a:r>
            <a:r>
              <a:rPr lang="en-US" sz="2000" dirty="0">
                <a:latin typeface="Times New Roman" panose="02020603050405020304" pitchFamily="18" charset="0"/>
                <a:cs typeface="Times New Roman" panose="02020603050405020304" pitchFamily="18" charset="0"/>
              </a:rPr>
              <a:t> – </a:t>
            </a:r>
            <a:r>
              <a:rPr lang="en-US" sz="2000" dirty="0" smtClean="0">
                <a:latin typeface="Times New Roman" panose="02020603050405020304" pitchFamily="18" charset="0"/>
                <a:cs typeface="Times New Roman" panose="02020603050405020304" pitchFamily="18" charset="0"/>
              </a:rPr>
              <a:t>79819</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737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Mục</a:t>
            </a:r>
            <a:r>
              <a:rPr lang="en-US" dirty="0" smtClean="0"/>
              <a:t> </a:t>
            </a:r>
            <a:r>
              <a:rPr lang="en-US" dirty="0" err="1" smtClean="0"/>
              <a:t>lục</a:t>
            </a:r>
            <a:endParaRPr lang="en-US" dirty="0"/>
          </a:p>
        </p:txBody>
      </p:sp>
      <p:sp>
        <p:nvSpPr>
          <p:cNvPr id="3" name="Content Placeholder 2"/>
          <p:cNvSpPr>
            <a:spLocks noGrp="1"/>
          </p:cNvSpPr>
          <p:nvPr>
            <p:ph idx="1"/>
          </p:nvPr>
        </p:nvSpPr>
        <p:spPr/>
        <p:txBody>
          <a:bodyPr/>
          <a:lstStyle/>
          <a:p>
            <a:r>
              <a:rPr lang="en-US" dirty="0" smtClean="0"/>
              <a:t>I. </a:t>
            </a:r>
            <a:r>
              <a:rPr lang="en-US" dirty="0" err="1" smtClean="0"/>
              <a:t>Mô</a:t>
            </a:r>
            <a:r>
              <a:rPr lang="en-US" dirty="0" smtClean="0"/>
              <a:t> </a:t>
            </a:r>
            <a:r>
              <a:rPr lang="en-US" dirty="0" err="1" smtClean="0"/>
              <a:t>tả</a:t>
            </a:r>
            <a:r>
              <a:rPr lang="en-US" dirty="0" smtClean="0"/>
              <a:t> </a:t>
            </a:r>
            <a:r>
              <a:rPr lang="en-US" dirty="0" err="1" smtClean="0"/>
              <a:t>bài</a:t>
            </a:r>
            <a:r>
              <a:rPr lang="en-US" dirty="0" smtClean="0"/>
              <a:t> </a:t>
            </a:r>
            <a:r>
              <a:rPr lang="en-US" dirty="0" err="1" smtClean="0"/>
              <a:t>toán</a:t>
            </a:r>
            <a:endParaRPr lang="en-US" dirty="0" smtClean="0"/>
          </a:p>
          <a:p>
            <a:r>
              <a:rPr lang="en-US" dirty="0" smtClean="0"/>
              <a:t>II. </a:t>
            </a:r>
            <a:r>
              <a:rPr lang="en-US" dirty="0" err="1" smtClean="0"/>
              <a:t>Thuật</a:t>
            </a:r>
            <a:r>
              <a:rPr lang="en-US" dirty="0" smtClean="0"/>
              <a:t> </a:t>
            </a:r>
            <a:r>
              <a:rPr lang="en-US" dirty="0" err="1" smtClean="0"/>
              <a:t>toán</a:t>
            </a:r>
            <a:r>
              <a:rPr lang="en-US" dirty="0" smtClean="0"/>
              <a:t> </a:t>
            </a:r>
            <a:r>
              <a:rPr lang="en-US" dirty="0" err="1" smtClean="0"/>
              <a:t>bài</a:t>
            </a:r>
            <a:r>
              <a:rPr lang="en-US" dirty="0" smtClean="0"/>
              <a:t> </a:t>
            </a:r>
            <a:r>
              <a:rPr lang="en-US" dirty="0" err="1" smtClean="0"/>
              <a:t>toán</a:t>
            </a:r>
            <a:endParaRPr lang="en-US" dirty="0" smtClean="0"/>
          </a:p>
          <a:p>
            <a:r>
              <a:rPr lang="en-US" dirty="0" smtClean="0"/>
              <a:t>III. </a:t>
            </a:r>
            <a:r>
              <a:rPr lang="en-US" dirty="0" err="1" smtClean="0"/>
              <a:t>Thử</a:t>
            </a:r>
            <a:r>
              <a:rPr lang="en-US" dirty="0" smtClean="0"/>
              <a:t> </a:t>
            </a:r>
            <a:r>
              <a:rPr lang="en-US" dirty="0" err="1" smtClean="0"/>
              <a:t>nghiệm</a:t>
            </a:r>
            <a:endParaRPr lang="en-US" dirty="0"/>
          </a:p>
          <a:p>
            <a:r>
              <a:rPr lang="en-US" dirty="0" smtClean="0"/>
              <a:t>IV. </a:t>
            </a:r>
            <a:r>
              <a:rPr lang="en-US" dirty="0" err="1" smtClean="0"/>
              <a:t>Kết</a:t>
            </a:r>
            <a:r>
              <a:rPr lang="en-US" dirty="0" smtClean="0"/>
              <a:t> </a:t>
            </a:r>
            <a:r>
              <a:rPr lang="en-US" dirty="0" err="1" smtClean="0"/>
              <a:t>luận</a:t>
            </a:r>
            <a:endParaRPr lang="en-US" dirty="0"/>
          </a:p>
        </p:txBody>
      </p:sp>
    </p:spTree>
    <p:extLst>
      <p:ext uri="{BB962C8B-B14F-4D97-AF65-F5344CB8AC3E}">
        <p14:creationId xmlns:p14="http://schemas.microsoft.com/office/powerpoint/2010/main" val="42669481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 </a:t>
            </a:r>
            <a:r>
              <a:rPr lang="en-US" dirty="0" err="1" smtClean="0"/>
              <a:t>Mô</a:t>
            </a:r>
            <a:r>
              <a:rPr lang="en-US" dirty="0" smtClean="0"/>
              <a:t> </a:t>
            </a:r>
            <a:r>
              <a:rPr lang="en-US" dirty="0" err="1" smtClean="0"/>
              <a:t>tả</a:t>
            </a:r>
            <a:r>
              <a:rPr lang="en-US" dirty="0" smtClean="0"/>
              <a:t> </a:t>
            </a:r>
            <a:r>
              <a:rPr lang="en-US" dirty="0" err="1" smtClean="0"/>
              <a:t>bài</a:t>
            </a:r>
            <a:r>
              <a:rPr lang="en-US" dirty="0" smtClean="0"/>
              <a:t> </a:t>
            </a:r>
            <a:r>
              <a:rPr lang="en-US" dirty="0" err="1" smtClean="0"/>
              <a:t>toán</a:t>
            </a:r>
            <a:endParaRPr lang="en-US" dirty="0"/>
          </a:p>
        </p:txBody>
      </p:sp>
      <p:sp>
        <p:nvSpPr>
          <p:cNvPr id="3" name="Content Placeholder 2"/>
          <p:cNvSpPr>
            <a:spLocks noGrp="1"/>
          </p:cNvSpPr>
          <p:nvPr>
            <p:ph idx="1"/>
          </p:nvPr>
        </p:nvSpPr>
        <p:spPr/>
        <p:txBody>
          <a:bodyPr/>
          <a:lstStyle/>
          <a:p>
            <a:r>
              <a:rPr lang="en-US" dirty="0" err="1" smtClean="0"/>
              <a:t>Kể</a:t>
            </a:r>
            <a:r>
              <a:rPr lang="en-US" dirty="0" smtClean="0"/>
              <a:t> </a:t>
            </a:r>
            <a:r>
              <a:rPr lang="en-US" dirty="0" err="1" smtClean="0"/>
              <a:t>từ</a:t>
            </a:r>
            <a:r>
              <a:rPr lang="en-US" dirty="0" smtClean="0"/>
              <a:t> </a:t>
            </a:r>
            <a:r>
              <a:rPr lang="en-US" dirty="0" err="1" smtClean="0"/>
              <a:t>đầu</a:t>
            </a:r>
            <a:r>
              <a:rPr lang="en-US" dirty="0" smtClean="0"/>
              <a:t> </a:t>
            </a:r>
            <a:r>
              <a:rPr lang="en-US" dirty="0" err="1" smtClean="0"/>
              <a:t>năm</a:t>
            </a:r>
            <a:r>
              <a:rPr lang="en-US" dirty="0" smtClean="0"/>
              <a:t> 2019, </a:t>
            </a:r>
            <a:r>
              <a:rPr lang="en-US" dirty="0" err="1" smtClean="0"/>
              <a:t>dịch</a:t>
            </a:r>
            <a:r>
              <a:rPr lang="en-US" dirty="0" smtClean="0"/>
              <a:t> </a:t>
            </a:r>
            <a:r>
              <a:rPr lang="en-US" dirty="0" err="1" smtClean="0"/>
              <a:t>bệnh</a:t>
            </a:r>
            <a:r>
              <a:rPr lang="en-US" dirty="0" smtClean="0"/>
              <a:t> covid-19 </a:t>
            </a:r>
            <a:r>
              <a:rPr lang="en-US" dirty="0" err="1" smtClean="0"/>
              <a:t>bùng</a:t>
            </a:r>
            <a:r>
              <a:rPr lang="en-US" dirty="0" smtClean="0"/>
              <a:t> </a:t>
            </a:r>
            <a:r>
              <a:rPr lang="en-US" dirty="0" err="1" smtClean="0"/>
              <a:t>phát</a:t>
            </a:r>
            <a:r>
              <a:rPr lang="en-US" dirty="0" smtClean="0"/>
              <a:t> ở </a:t>
            </a:r>
            <a:r>
              <a:rPr lang="en-US" dirty="0" err="1"/>
              <a:t>V</a:t>
            </a:r>
            <a:r>
              <a:rPr lang="en-US" dirty="0" err="1" smtClean="0"/>
              <a:t>ũ</a:t>
            </a:r>
            <a:r>
              <a:rPr lang="en-US" dirty="0" smtClean="0"/>
              <a:t> </a:t>
            </a:r>
            <a:r>
              <a:rPr lang="en-US" dirty="0" err="1"/>
              <a:t>H</a:t>
            </a:r>
            <a:r>
              <a:rPr lang="en-US" dirty="0" err="1" smtClean="0"/>
              <a:t>án</a:t>
            </a:r>
            <a:r>
              <a:rPr lang="en-US" dirty="0" smtClean="0"/>
              <a:t> </a:t>
            </a:r>
            <a:r>
              <a:rPr lang="en-US" dirty="0" err="1"/>
              <a:t>T</a:t>
            </a:r>
            <a:r>
              <a:rPr lang="en-US" dirty="0" err="1" smtClean="0"/>
              <a:t>rung</a:t>
            </a:r>
            <a:r>
              <a:rPr lang="en-US" dirty="0" smtClean="0"/>
              <a:t> </a:t>
            </a:r>
            <a:r>
              <a:rPr lang="en-US" dirty="0" err="1"/>
              <a:t>Q</a:t>
            </a:r>
            <a:r>
              <a:rPr lang="en-US" dirty="0" err="1" smtClean="0"/>
              <a:t>uốc</a:t>
            </a:r>
            <a:r>
              <a:rPr lang="en-US" dirty="0" smtClean="0"/>
              <a:t>, </a:t>
            </a:r>
            <a:r>
              <a:rPr lang="en-US" dirty="0" err="1" smtClean="0"/>
              <a:t>khiến</a:t>
            </a:r>
            <a:r>
              <a:rPr lang="en-US" dirty="0" smtClean="0"/>
              <a:t> </a:t>
            </a:r>
            <a:r>
              <a:rPr lang="en-US" dirty="0" err="1" smtClean="0"/>
              <a:t>cho</a:t>
            </a:r>
            <a:r>
              <a:rPr lang="en-US" dirty="0" smtClean="0"/>
              <a:t> </a:t>
            </a:r>
            <a:r>
              <a:rPr lang="en-US" dirty="0" err="1" smtClean="0"/>
              <a:t>mọi</a:t>
            </a:r>
            <a:r>
              <a:rPr lang="en-US" dirty="0" smtClean="0"/>
              <a:t> </a:t>
            </a:r>
            <a:r>
              <a:rPr lang="en-US" dirty="0" err="1" smtClean="0"/>
              <a:t>người</a:t>
            </a:r>
            <a:r>
              <a:rPr lang="en-US" dirty="0" smtClean="0"/>
              <a:t> </a:t>
            </a:r>
            <a:r>
              <a:rPr lang="en-US" dirty="0" err="1" smtClean="0"/>
              <a:t>phải</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a:t>
            </a:r>
            <a:r>
              <a:rPr lang="en-US" dirty="0" err="1" smtClean="0"/>
              <a:t>mỗi</a:t>
            </a:r>
            <a:r>
              <a:rPr lang="en-US" dirty="0" smtClean="0"/>
              <a:t> </a:t>
            </a:r>
            <a:r>
              <a:rPr lang="en-US" dirty="0" err="1" smtClean="0"/>
              <a:t>khi</a:t>
            </a:r>
            <a:r>
              <a:rPr lang="en-US" dirty="0" smtClean="0"/>
              <a:t> </a:t>
            </a:r>
            <a:r>
              <a:rPr lang="en-US" dirty="0" err="1" smtClean="0"/>
              <a:t>ra</a:t>
            </a:r>
            <a:r>
              <a:rPr lang="en-US" dirty="0" smtClean="0"/>
              <a:t> </a:t>
            </a:r>
            <a:r>
              <a:rPr lang="en-US" dirty="0" err="1" smtClean="0"/>
              <a:t>đường</a:t>
            </a:r>
            <a:r>
              <a:rPr lang="en-US" dirty="0" smtClean="0"/>
              <a:t> </a:t>
            </a:r>
            <a:r>
              <a:rPr lang="en-US" dirty="0" err="1" smtClean="0"/>
              <a:t>để</a:t>
            </a:r>
            <a:r>
              <a:rPr lang="en-US" dirty="0" smtClean="0"/>
              <a:t> </a:t>
            </a:r>
            <a:r>
              <a:rPr lang="en-US" dirty="0" err="1" smtClean="0"/>
              <a:t>tránh</a:t>
            </a:r>
            <a:r>
              <a:rPr lang="en-US" dirty="0" smtClean="0"/>
              <a:t> </a:t>
            </a:r>
            <a:r>
              <a:rPr lang="en-US" dirty="0" err="1" smtClean="0"/>
              <a:t>sự</a:t>
            </a:r>
            <a:r>
              <a:rPr lang="en-US" dirty="0" smtClean="0"/>
              <a:t> </a:t>
            </a:r>
            <a:r>
              <a:rPr lang="en-US" dirty="0" err="1" smtClean="0"/>
              <a:t>lây</a:t>
            </a:r>
            <a:r>
              <a:rPr lang="en-US" dirty="0" smtClean="0"/>
              <a:t> </a:t>
            </a:r>
            <a:r>
              <a:rPr lang="en-US" dirty="0" err="1" smtClean="0"/>
              <a:t>lan</a:t>
            </a:r>
            <a:r>
              <a:rPr lang="en-US" dirty="0" smtClean="0"/>
              <a:t> </a:t>
            </a:r>
            <a:r>
              <a:rPr lang="en-US" dirty="0" err="1" smtClean="0"/>
              <a:t>dịch</a:t>
            </a:r>
            <a:r>
              <a:rPr lang="en-US" dirty="0" smtClean="0"/>
              <a:t> </a:t>
            </a:r>
            <a:r>
              <a:rPr lang="en-US" dirty="0" err="1" smtClean="0"/>
              <a:t>bệnh</a:t>
            </a:r>
            <a:r>
              <a:rPr lang="en-US" dirty="0" smtClean="0"/>
              <a:t>, </a:t>
            </a:r>
            <a:r>
              <a:rPr lang="en-US" dirty="0" err="1" smtClean="0"/>
              <a:t>và</a:t>
            </a:r>
            <a:r>
              <a:rPr lang="en-US" dirty="0" smtClean="0"/>
              <a:t> </a:t>
            </a:r>
            <a:r>
              <a:rPr lang="en-US" dirty="0" err="1" smtClean="0"/>
              <a:t>chúng</a:t>
            </a:r>
            <a:r>
              <a:rPr lang="en-US" dirty="0" smtClean="0"/>
              <a:t> ta </a:t>
            </a:r>
            <a:r>
              <a:rPr lang="en-US" dirty="0" err="1" smtClean="0"/>
              <a:t>không</a:t>
            </a:r>
            <a:r>
              <a:rPr lang="en-US" dirty="0" smtClean="0"/>
              <a:t> </a:t>
            </a:r>
            <a:r>
              <a:rPr lang="en-US" dirty="0" err="1" smtClean="0"/>
              <a:t>thể</a:t>
            </a:r>
            <a:r>
              <a:rPr lang="en-US" dirty="0" smtClean="0"/>
              <a:t> </a:t>
            </a:r>
            <a:r>
              <a:rPr lang="en-US" dirty="0" err="1" smtClean="0"/>
              <a:t>kiểm</a:t>
            </a:r>
            <a:r>
              <a:rPr lang="en-US" dirty="0" smtClean="0"/>
              <a:t> </a:t>
            </a:r>
            <a:r>
              <a:rPr lang="en-US" dirty="0" err="1" smtClean="0"/>
              <a:t>soát</a:t>
            </a:r>
            <a:r>
              <a:rPr lang="en-US" dirty="0" smtClean="0"/>
              <a:t> </a:t>
            </a:r>
            <a:r>
              <a:rPr lang="en-US" dirty="0" err="1" smtClean="0"/>
              <a:t>rằng</a:t>
            </a:r>
            <a:r>
              <a:rPr lang="en-US" dirty="0" smtClean="0"/>
              <a:t> 100% </a:t>
            </a:r>
            <a:r>
              <a:rPr lang="en-US" dirty="0" err="1" smtClean="0"/>
              <a:t>mọi</a:t>
            </a:r>
            <a:r>
              <a:rPr lang="en-US" dirty="0" smtClean="0"/>
              <a:t> </a:t>
            </a:r>
            <a:r>
              <a:rPr lang="en-US" dirty="0" err="1" smtClean="0"/>
              <a:t>người</a:t>
            </a:r>
            <a:r>
              <a:rPr lang="en-US" dirty="0" smtClean="0"/>
              <a:t> </a:t>
            </a:r>
            <a:r>
              <a:rPr lang="en-US" dirty="0" err="1" smtClean="0"/>
              <a:t>sẽ</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a:t>
            </a:r>
            <a:r>
              <a:rPr lang="en-US" dirty="0" err="1" smtClean="0"/>
              <a:t>khi</a:t>
            </a:r>
            <a:r>
              <a:rPr lang="en-US" dirty="0" smtClean="0"/>
              <a:t> </a:t>
            </a:r>
            <a:r>
              <a:rPr lang="en-US" dirty="0" err="1" smtClean="0"/>
              <a:t>ra</a:t>
            </a:r>
            <a:r>
              <a:rPr lang="en-US" dirty="0" smtClean="0"/>
              <a:t> </a:t>
            </a:r>
            <a:r>
              <a:rPr lang="en-US" dirty="0" err="1" smtClean="0"/>
              <a:t>đường</a:t>
            </a:r>
            <a:r>
              <a:rPr lang="en-US" dirty="0" smtClean="0"/>
              <a:t>, </a:t>
            </a:r>
            <a:r>
              <a:rPr lang="en-US" dirty="0" err="1" smtClean="0"/>
              <a:t>một</a:t>
            </a:r>
            <a:r>
              <a:rPr lang="en-US" dirty="0" smtClean="0"/>
              <a:t> </a:t>
            </a:r>
            <a:r>
              <a:rPr lang="en-US" dirty="0" err="1" smtClean="0"/>
              <a:t>trong</a:t>
            </a:r>
            <a:r>
              <a:rPr lang="en-US" dirty="0" smtClean="0"/>
              <a:t> </a:t>
            </a:r>
            <a:r>
              <a:rPr lang="en-US" dirty="0" err="1" smtClean="0"/>
              <a:t>những</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của</a:t>
            </a:r>
            <a:r>
              <a:rPr lang="en-US" dirty="0" smtClean="0"/>
              <a:t> </a:t>
            </a:r>
            <a:r>
              <a:rPr lang="en-US" dirty="0" err="1" smtClean="0"/>
              <a:t>mạng</a:t>
            </a:r>
            <a:r>
              <a:rPr lang="en-US" dirty="0" smtClean="0"/>
              <a:t> </a:t>
            </a:r>
            <a:r>
              <a:rPr lang="en-US" dirty="0" err="1" smtClean="0"/>
              <a:t>nơ</a:t>
            </a:r>
            <a:r>
              <a:rPr lang="en-US" dirty="0" smtClean="0"/>
              <a:t> </a:t>
            </a:r>
            <a:r>
              <a:rPr lang="en-US" dirty="0" err="1" smtClean="0"/>
              <a:t>ron</a:t>
            </a:r>
            <a:r>
              <a:rPr lang="en-US" dirty="0" smtClean="0"/>
              <a:t> </a:t>
            </a:r>
            <a:r>
              <a:rPr lang="en-US" dirty="0" err="1" smtClean="0"/>
              <a:t>tích</a:t>
            </a:r>
            <a:r>
              <a:rPr lang="en-US" dirty="0" smtClean="0"/>
              <a:t> </a:t>
            </a:r>
            <a:r>
              <a:rPr lang="en-US" dirty="0" err="1" smtClean="0"/>
              <a:t>chập</a:t>
            </a:r>
            <a:r>
              <a:rPr lang="en-US" dirty="0" smtClean="0"/>
              <a:t>( CNN) </a:t>
            </a:r>
            <a:r>
              <a:rPr lang="en-US" dirty="0" err="1" smtClean="0"/>
              <a:t>trong</a:t>
            </a:r>
            <a:r>
              <a:rPr lang="en-US" dirty="0" smtClean="0"/>
              <a:t> </a:t>
            </a:r>
            <a:r>
              <a:rPr lang="en-US" dirty="0" err="1" smtClean="0"/>
              <a:t>tình</a:t>
            </a:r>
            <a:r>
              <a:rPr lang="en-US" dirty="0" smtClean="0"/>
              <a:t> </a:t>
            </a:r>
            <a:r>
              <a:rPr lang="en-US" dirty="0" err="1" smtClean="0"/>
              <a:t>hình</a:t>
            </a:r>
            <a:r>
              <a:rPr lang="en-US" dirty="0" smtClean="0"/>
              <a:t> </a:t>
            </a:r>
            <a:r>
              <a:rPr lang="en-US" dirty="0" err="1" smtClean="0"/>
              <a:t>dịch</a:t>
            </a:r>
            <a:r>
              <a:rPr lang="en-US" dirty="0" smtClean="0"/>
              <a:t> </a:t>
            </a:r>
            <a:r>
              <a:rPr lang="en-US" dirty="0" err="1" smtClean="0"/>
              <a:t>bệnh</a:t>
            </a:r>
            <a:r>
              <a:rPr lang="en-US" dirty="0" smtClean="0"/>
              <a:t> </a:t>
            </a:r>
            <a:r>
              <a:rPr lang="en-US" dirty="0" err="1" smtClean="0"/>
              <a:t>đang</a:t>
            </a:r>
            <a:r>
              <a:rPr lang="en-US" dirty="0" smtClean="0"/>
              <a:t> </a:t>
            </a:r>
            <a:r>
              <a:rPr lang="en-US" dirty="0" err="1" smtClean="0"/>
              <a:t>diễn</a:t>
            </a:r>
            <a:r>
              <a:rPr lang="en-US" dirty="0" smtClean="0"/>
              <a:t> </a:t>
            </a:r>
            <a:r>
              <a:rPr lang="en-US" dirty="0" err="1" smtClean="0"/>
              <a:t>biến</a:t>
            </a:r>
            <a:r>
              <a:rPr lang="en-US" dirty="0" smtClean="0"/>
              <a:t> </a:t>
            </a:r>
            <a:r>
              <a:rPr lang="en-US" dirty="0" err="1" smtClean="0"/>
              <a:t>hết</a:t>
            </a:r>
            <a:r>
              <a:rPr lang="en-US" dirty="0" smtClean="0"/>
              <a:t> </a:t>
            </a:r>
            <a:r>
              <a:rPr lang="en-US" dirty="0" err="1" smtClean="0"/>
              <a:t>sức</a:t>
            </a:r>
            <a:r>
              <a:rPr lang="en-US" dirty="0" smtClean="0"/>
              <a:t> </a:t>
            </a:r>
            <a:r>
              <a:rPr lang="en-US" dirty="0" err="1" smtClean="0"/>
              <a:t>phức</a:t>
            </a:r>
            <a:r>
              <a:rPr lang="en-US" dirty="0" smtClean="0"/>
              <a:t> </a:t>
            </a:r>
            <a:r>
              <a:rPr lang="en-US" dirty="0" err="1" smtClean="0"/>
              <a:t>tạp</a:t>
            </a:r>
            <a:r>
              <a:rPr lang="en-US" dirty="0" smtClean="0"/>
              <a:t> </a:t>
            </a:r>
            <a:r>
              <a:rPr lang="en-US" dirty="0" err="1" smtClean="0"/>
              <a:t>trên</a:t>
            </a:r>
            <a:r>
              <a:rPr lang="en-US" dirty="0" smtClean="0"/>
              <a:t> </a:t>
            </a:r>
            <a:r>
              <a:rPr lang="en-US" dirty="0" err="1" smtClean="0"/>
              <a:t>toàn</a:t>
            </a:r>
            <a:r>
              <a:rPr lang="en-US" dirty="0" smtClean="0"/>
              <a:t> </a:t>
            </a:r>
            <a:r>
              <a:rPr lang="en-US" dirty="0" err="1" smtClean="0"/>
              <a:t>thế</a:t>
            </a:r>
            <a:r>
              <a:rPr lang="en-US" dirty="0" smtClean="0"/>
              <a:t> </a:t>
            </a:r>
            <a:r>
              <a:rPr lang="en-US" dirty="0" err="1" smtClean="0"/>
              <a:t>giới</a:t>
            </a:r>
            <a:r>
              <a:rPr lang="en-US" dirty="0" smtClean="0"/>
              <a:t> </a:t>
            </a:r>
            <a:r>
              <a:rPr lang="en-US" dirty="0" err="1" smtClean="0"/>
              <a:t>đó</a:t>
            </a:r>
            <a:r>
              <a:rPr lang="en-US" dirty="0" smtClean="0"/>
              <a:t> </a:t>
            </a:r>
            <a:r>
              <a:rPr lang="en-US" dirty="0" err="1" smtClean="0"/>
              <a:t>là</a:t>
            </a:r>
            <a:r>
              <a:rPr lang="en-US" dirty="0" smtClean="0"/>
              <a:t> </a:t>
            </a:r>
            <a:r>
              <a:rPr lang="en-US" dirty="0" err="1" smtClean="0"/>
              <a:t>việc</a:t>
            </a:r>
            <a:r>
              <a:rPr lang="en-US" dirty="0" smtClean="0"/>
              <a:t> </a:t>
            </a:r>
            <a:r>
              <a:rPr lang="en-US" dirty="0" err="1" smtClean="0"/>
              <a:t>xây</a:t>
            </a:r>
            <a:r>
              <a:rPr lang="en-US" dirty="0" smtClean="0"/>
              <a:t> </a:t>
            </a:r>
            <a:r>
              <a:rPr lang="en-US" dirty="0" err="1" smtClean="0"/>
              <a:t>dựng</a:t>
            </a:r>
            <a:r>
              <a:rPr lang="en-US" dirty="0" smtClean="0"/>
              <a:t> </a:t>
            </a:r>
            <a:r>
              <a:rPr lang="en-US" dirty="0" err="1" smtClean="0"/>
              <a:t>những</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nhằm</a:t>
            </a:r>
            <a:r>
              <a:rPr lang="en-US" dirty="0" smtClean="0"/>
              <a:t> </a:t>
            </a:r>
            <a:r>
              <a:rPr lang="en-US" dirty="0" err="1" smtClean="0"/>
              <a:t>giám</a:t>
            </a:r>
            <a:r>
              <a:rPr lang="en-US" dirty="0" smtClean="0"/>
              <a:t> </a:t>
            </a:r>
            <a:r>
              <a:rPr lang="en-US" dirty="0" err="1" smtClean="0"/>
              <a:t>sát</a:t>
            </a:r>
            <a:r>
              <a:rPr lang="en-US" dirty="0" smtClean="0"/>
              <a:t> </a:t>
            </a:r>
            <a:r>
              <a:rPr lang="en-US" dirty="0" err="1" smtClean="0"/>
              <a:t>việc</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a:t>
            </a:r>
            <a:r>
              <a:rPr lang="en-US" dirty="0" err="1" smtClean="0"/>
              <a:t>của</a:t>
            </a:r>
            <a:r>
              <a:rPr lang="en-US" dirty="0" smtClean="0"/>
              <a:t> </a:t>
            </a:r>
            <a:r>
              <a:rPr lang="en-US" dirty="0" err="1" smtClean="0"/>
              <a:t>mọi</a:t>
            </a:r>
            <a:r>
              <a:rPr lang="en-US" dirty="0" smtClean="0"/>
              <a:t> </a:t>
            </a:r>
            <a:r>
              <a:rPr lang="en-US" dirty="0" err="1" smtClean="0"/>
              <a:t>người</a:t>
            </a:r>
            <a:r>
              <a:rPr lang="en-US" dirty="0" smtClean="0"/>
              <a:t>.</a:t>
            </a:r>
          </a:p>
        </p:txBody>
      </p:sp>
    </p:spTree>
    <p:extLst>
      <p:ext uri="{BB962C8B-B14F-4D97-AF65-F5344CB8AC3E}">
        <p14:creationId xmlns:p14="http://schemas.microsoft.com/office/powerpoint/2010/main" val="14445231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a:t>
            </a:r>
            <a:r>
              <a:rPr lang="en-US" dirty="0" err="1"/>
              <a:t>Mô</a:t>
            </a:r>
            <a:r>
              <a:rPr lang="en-US" dirty="0"/>
              <a:t> </a:t>
            </a:r>
            <a:r>
              <a:rPr lang="en-US" dirty="0" err="1"/>
              <a:t>tả</a:t>
            </a:r>
            <a:r>
              <a:rPr lang="en-US" dirty="0"/>
              <a:t> </a:t>
            </a:r>
            <a:r>
              <a:rPr lang="en-US" dirty="0" err="1"/>
              <a:t>bài</a:t>
            </a:r>
            <a:r>
              <a:rPr lang="en-US" dirty="0"/>
              <a:t> </a:t>
            </a:r>
            <a:r>
              <a:rPr lang="en-US" dirty="0" err="1"/>
              <a:t>toán</a:t>
            </a:r>
            <a:endParaRPr lang="en-US" dirty="0"/>
          </a:p>
        </p:txBody>
      </p:sp>
      <p:pic>
        <p:nvPicPr>
          <p:cNvPr id="4" name="Content Placeholder 3"/>
          <p:cNvPicPr>
            <a:picLocks noGrp="1" noChangeAspect="1"/>
          </p:cNvPicPr>
          <p:nvPr>
            <p:ph idx="1"/>
          </p:nvPr>
        </p:nvPicPr>
        <p:blipFill>
          <a:blip r:embed="rId2"/>
          <a:stretch>
            <a:fillRect/>
          </a:stretch>
        </p:blipFill>
        <p:spPr>
          <a:xfrm>
            <a:off x="1097280" y="1943100"/>
            <a:ext cx="10058400" cy="4203700"/>
          </a:xfrm>
          <a:prstGeom prst="rect">
            <a:avLst/>
          </a:prstGeom>
        </p:spPr>
      </p:pic>
    </p:spTree>
    <p:extLst>
      <p:ext uri="{BB962C8B-B14F-4D97-AF65-F5344CB8AC3E}">
        <p14:creationId xmlns:p14="http://schemas.microsoft.com/office/powerpoint/2010/main" val="26456673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smtClean="0"/>
              <a:t>toán</a:t>
            </a:r>
            <a:endParaRPr lang="en-US" dirty="0"/>
          </a:p>
        </p:txBody>
      </p:sp>
      <p:sp>
        <p:nvSpPr>
          <p:cNvPr id="3" name="Content Placeholder 2"/>
          <p:cNvSpPr>
            <a:spLocks noGrp="1"/>
          </p:cNvSpPr>
          <p:nvPr>
            <p:ph idx="1"/>
          </p:nvPr>
        </p:nvSpPr>
        <p:spPr/>
        <p:txBody>
          <a:bodyPr/>
          <a:lstStyle/>
          <a:p>
            <a:r>
              <a:rPr lang="en-US" dirty="0" smtClean="0"/>
              <a:t>1. </a:t>
            </a:r>
            <a:r>
              <a:rPr lang="en-US" dirty="0" err="1" smtClean="0"/>
              <a:t>Giới</a:t>
            </a:r>
            <a:r>
              <a:rPr lang="en-US" dirty="0" smtClean="0"/>
              <a:t> </a:t>
            </a:r>
            <a:r>
              <a:rPr lang="en-US" dirty="0" err="1" smtClean="0"/>
              <a:t>thiệu</a:t>
            </a:r>
            <a:r>
              <a:rPr lang="en-US" dirty="0" smtClean="0"/>
              <a:t> </a:t>
            </a:r>
            <a:r>
              <a:rPr lang="en-US" dirty="0" err="1" smtClean="0"/>
              <a:t>kiến</a:t>
            </a:r>
            <a:r>
              <a:rPr lang="en-US" dirty="0" smtClean="0"/>
              <a:t> </a:t>
            </a:r>
            <a:r>
              <a:rPr lang="en-US" dirty="0" err="1" smtClean="0"/>
              <a:t>trúc</a:t>
            </a:r>
            <a:r>
              <a:rPr lang="en-US" dirty="0" smtClean="0"/>
              <a:t> </a:t>
            </a:r>
            <a:r>
              <a:rPr lang="en-US" dirty="0" err="1" smtClean="0"/>
              <a:t>MobileNet</a:t>
            </a:r>
            <a:endParaRPr lang="en-US" dirty="0" smtClean="0"/>
          </a:p>
          <a:p>
            <a:r>
              <a:rPr lang="en-US" dirty="0" smtClean="0"/>
              <a:t>2. </a:t>
            </a:r>
            <a:r>
              <a:rPr lang="en-US" dirty="0" err="1" smtClean="0"/>
              <a:t>Giới</a:t>
            </a:r>
            <a:r>
              <a:rPr lang="en-US" dirty="0" smtClean="0"/>
              <a:t> </a:t>
            </a:r>
            <a:r>
              <a:rPr lang="en-US" dirty="0" err="1" smtClean="0"/>
              <a:t>thiệu</a:t>
            </a:r>
            <a:r>
              <a:rPr lang="en-US" dirty="0" smtClean="0"/>
              <a:t> </a:t>
            </a:r>
            <a:r>
              <a:rPr lang="en-US" dirty="0" err="1" smtClean="0"/>
              <a:t>kiến</a:t>
            </a:r>
            <a:r>
              <a:rPr lang="en-US" dirty="0" smtClean="0"/>
              <a:t> </a:t>
            </a:r>
            <a:r>
              <a:rPr lang="en-US" dirty="0" err="1" smtClean="0"/>
              <a:t>trúc</a:t>
            </a:r>
            <a:r>
              <a:rPr lang="en-US" dirty="0" smtClean="0"/>
              <a:t> MobileNetV2</a:t>
            </a:r>
          </a:p>
          <a:p>
            <a:r>
              <a:rPr lang="en-US" dirty="0" smtClean="0"/>
              <a:t>3. </a:t>
            </a:r>
            <a:r>
              <a:rPr lang="en-US" dirty="0" err="1" smtClean="0"/>
              <a:t>Ứng</a:t>
            </a:r>
            <a:r>
              <a:rPr lang="en-US" dirty="0" smtClean="0"/>
              <a:t> </a:t>
            </a:r>
            <a:r>
              <a:rPr lang="en-US" dirty="0" err="1" smtClean="0"/>
              <a:t>dụng</a:t>
            </a:r>
            <a:r>
              <a:rPr lang="en-US" dirty="0" smtClean="0"/>
              <a:t> </a:t>
            </a:r>
            <a:r>
              <a:rPr lang="en-US" dirty="0" err="1" smtClean="0"/>
              <a:t>mạng</a:t>
            </a:r>
            <a:r>
              <a:rPr lang="en-US" dirty="0" smtClean="0"/>
              <a:t> MobileNetV2 </a:t>
            </a:r>
            <a:r>
              <a:rPr lang="en-US" dirty="0" err="1" smtClean="0"/>
              <a:t>vào</a:t>
            </a:r>
            <a:r>
              <a:rPr lang="en-US" dirty="0" smtClean="0"/>
              <a:t> </a:t>
            </a:r>
            <a:r>
              <a:rPr lang="en-US" dirty="0" err="1" smtClean="0"/>
              <a:t>bài</a:t>
            </a:r>
            <a:r>
              <a:rPr lang="en-US" dirty="0" smtClean="0"/>
              <a:t> </a:t>
            </a:r>
            <a:r>
              <a:rPr lang="en-US" dirty="0" err="1" smtClean="0"/>
              <a:t>toán</a:t>
            </a:r>
            <a:r>
              <a:rPr lang="en-US" dirty="0" smtClean="0"/>
              <a:t> </a:t>
            </a:r>
            <a:r>
              <a:rPr lang="en-US" dirty="0" err="1" smtClean="0"/>
              <a:t>nhận</a:t>
            </a:r>
            <a:r>
              <a:rPr lang="en-US" dirty="0" smtClean="0"/>
              <a:t> </a:t>
            </a:r>
            <a:r>
              <a:rPr lang="en-US" dirty="0" err="1" smtClean="0"/>
              <a:t>diện</a:t>
            </a:r>
            <a:r>
              <a:rPr lang="en-US" dirty="0" smtClean="0"/>
              <a:t> </a:t>
            </a:r>
            <a:r>
              <a:rPr lang="en-US" dirty="0" err="1" smtClean="0"/>
              <a:t>khuôn</a:t>
            </a:r>
            <a:r>
              <a:rPr lang="en-US" dirty="0" smtClean="0"/>
              <a:t> </a:t>
            </a:r>
            <a:r>
              <a:rPr lang="en-US" dirty="0" err="1" smtClean="0"/>
              <a:t>mặt</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endParaRPr lang="en-US" dirty="0" smtClean="0"/>
          </a:p>
        </p:txBody>
      </p:sp>
    </p:spTree>
    <p:extLst>
      <p:ext uri="{BB962C8B-B14F-4D97-AF65-F5344CB8AC3E}">
        <p14:creationId xmlns:p14="http://schemas.microsoft.com/office/powerpoint/2010/main" val="630068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sp>
        <p:nvSpPr>
          <p:cNvPr id="3" name="Content Placeholder 2"/>
          <p:cNvSpPr>
            <a:spLocks noGrp="1"/>
          </p:cNvSpPr>
          <p:nvPr>
            <p:ph idx="1"/>
          </p:nvPr>
        </p:nvSpPr>
        <p:spPr/>
        <p:txBody>
          <a:bodyPr/>
          <a:lstStyle/>
          <a:p>
            <a:r>
              <a:rPr lang="en-US" dirty="0"/>
              <a:t>1. </a:t>
            </a:r>
            <a:r>
              <a:rPr lang="en-US" dirty="0" err="1"/>
              <a:t>Giới</a:t>
            </a:r>
            <a:r>
              <a:rPr lang="en-US" dirty="0"/>
              <a:t> </a:t>
            </a:r>
            <a:r>
              <a:rPr lang="en-US" dirty="0" err="1"/>
              <a:t>thiệu</a:t>
            </a:r>
            <a:r>
              <a:rPr lang="en-US" dirty="0"/>
              <a:t> </a:t>
            </a:r>
            <a:r>
              <a:rPr lang="en-US" dirty="0" err="1"/>
              <a:t>kiến</a:t>
            </a:r>
            <a:r>
              <a:rPr lang="en-US" dirty="0"/>
              <a:t> </a:t>
            </a:r>
            <a:r>
              <a:rPr lang="en-US" dirty="0" err="1"/>
              <a:t>trúc</a:t>
            </a:r>
            <a:r>
              <a:rPr lang="en-US" dirty="0"/>
              <a:t> </a:t>
            </a:r>
            <a:r>
              <a:rPr lang="en-US" dirty="0" err="1"/>
              <a:t>MobileNet</a:t>
            </a:r>
            <a:endParaRPr lang="en-US" dirty="0"/>
          </a:p>
          <a:p>
            <a:pPr marL="0" indent="0">
              <a:buNone/>
            </a:pPr>
            <a:r>
              <a:rPr lang="en-US" dirty="0" smtClean="0"/>
              <a:t>	</a:t>
            </a:r>
            <a:r>
              <a:rPr lang="en-US" dirty="0" err="1" smtClean="0"/>
              <a:t>Kiến</a:t>
            </a:r>
            <a:r>
              <a:rPr lang="en-US" dirty="0" smtClean="0"/>
              <a:t> </a:t>
            </a:r>
            <a:r>
              <a:rPr lang="en-US" dirty="0" err="1" smtClean="0"/>
              <a:t>trúc</a:t>
            </a:r>
            <a:r>
              <a:rPr lang="en-US" dirty="0" smtClean="0"/>
              <a:t> </a:t>
            </a:r>
            <a:r>
              <a:rPr lang="en-US" dirty="0" err="1" smtClean="0"/>
              <a:t>MobileNet</a:t>
            </a:r>
            <a:r>
              <a:rPr lang="en-US" dirty="0" smtClean="0"/>
              <a:t> </a:t>
            </a:r>
            <a:r>
              <a:rPr lang="en-US" dirty="0" err="1" smtClean="0"/>
              <a:t>có</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thị</a:t>
            </a:r>
            <a:r>
              <a:rPr lang="en-US" dirty="0" smtClean="0"/>
              <a:t> </a:t>
            </a:r>
            <a:r>
              <a:rPr lang="en-US" dirty="0" err="1" smtClean="0"/>
              <a:t>giác</a:t>
            </a:r>
            <a:r>
              <a:rPr lang="en-US" dirty="0" smtClean="0"/>
              <a:t> </a:t>
            </a:r>
            <a:r>
              <a:rPr lang="en-US" dirty="0" err="1" smtClean="0"/>
              <a:t>máy</a:t>
            </a:r>
            <a:r>
              <a:rPr lang="en-US" dirty="0" smtClean="0"/>
              <a:t> </a:t>
            </a:r>
            <a:r>
              <a:rPr lang="en-US" dirty="0" err="1" smtClean="0"/>
              <a:t>tính</a:t>
            </a:r>
            <a:r>
              <a:rPr lang="en-US" dirty="0" smtClean="0"/>
              <a:t> </a:t>
            </a:r>
            <a:r>
              <a:rPr lang="en-US" dirty="0" err="1" smtClean="0"/>
              <a:t>lên</a:t>
            </a:r>
            <a:r>
              <a:rPr lang="en-US" dirty="0" smtClean="0"/>
              <a:t> </a:t>
            </a:r>
            <a:r>
              <a:rPr lang="en-US" dirty="0" err="1" smtClean="0"/>
              <a:t>các</a:t>
            </a:r>
            <a:r>
              <a:rPr lang="en-US" dirty="0" smtClean="0"/>
              <a:t> </a:t>
            </a:r>
            <a:r>
              <a:rPr lang="en-US" dirty="0" err="1" smtClean="0"/>
              <a:t>thiết</a:t>
            </a:r>
            <a:r>
              <a:rPr lang="en-US" dirty="0" smtClean="0"/>
              <a:t> </a:t>
            </a:r>
            <a:r>
              <a:rPr lang="en-US" dirty="0" err="1" smtClean="0"/>
              <a:t>bị</a:t>
            </a:r>
            <a:r>
              <a:rPr lang="en-US" dirty="0" smtClean="0"/>
              <a:t> di </a:t>
            </a:r>
            <a:r>
              <a:rPr lang="en-US" dirty="0" err="1" smtClean="0"/>
              <a:t>động</a:t>
            </a:r>
            <a:r>
              <a:rPr lang="en-US" dirty="0" smtClean="0"/>
              <a:t> </a:t>
            </a:r>
            <a:r>
              <a:rPr lang="en-US" dirty="0" err="1" smtClean="0"/>
              <a:t>và</a:t>
            </a:r>
            <a:r>
              <a:rPr lang="en-US" dirty="0" smtClean="0"/>
              <a:t> </a:t>
            </a:r>
            <a:r>
              <a:rPr lang="en-US" dirty="0" err="1" smtClean="0"/>
              <a:t>nhúng</a:t>
            </a:r>
            <a:r>
              <a:rPr lang="en-US" dirty="0" smtClean="0"/>
              <a:t>. </a:t>
            </a:r>
            <a:r>
              <a:rPr lang="en-US" dirty="0" err="1" smtClean="0"/>
              <a:t>MobileNet</a:t>
            </a:r>
            <a:r>
              <a:rPr lang="en-US" dirty="0" smtClean="0"/>
              <a:t> </a:t>
            </a:r>
            <a:r>
              <a:rPr lang="en-US" dirty="0" err="1" smtClean="0"/>
              <a:t>dựa</a:t>
            </a:r>
            <a:r>
              <a:rPr lang="en-US" dirty="0" smtClean="0"/>
              <a:t> </a:t>
            </a:r>
            <a:r>
              <a:rPr lang="en-US" dirty="0" err="1" smtClean="0"/>
              <a:t>trên</a:t>
            </a:r>
            <a:r>
              <a:rPr lang="en-US" dirty="0" smtClean="0"/>
              <a:t> </a:t>
            </a:r>
            <a:r>
              <a:rPr lang="en-US" dirty="0" err="1" smtClean="0"/>
              <a:t>một</a:t>
            </a:r>
            <a:r>
              <a:rPr lang="en-US" dirty="0" smtClean="0"/>
              <a:t> </a:t>
            </a:r>
            <a:r>
              <a:rPr lang="en-US" dirty="0" err="1" smtClean="0"/>
              <a:t>kiến</a:t>
            </a:r>
            <a:r>
              <a:rPr lang="en-US" dirty="0" smtClean="0"/>
              <a:t> </a:t>
            </a:r>
            <a:r>
              <a:rPr lang="en-US" dirty="0" err="1" smtClean="0"/>
              <a:t>trúc</a:t>
            </a:r>
            <a:r>
              <a:rPr lang="en-US" dirty="0" smtClean="0"/>
              <a:t> </a:t>
            </a:r>
            <a:r>
              <a:rPr lang="en-US" dirty="0" err="1" smtClean="0"/>
              <a:t>được</a:t>
            </a:r>
            <a:r>
              <a:rPr lang="en-US" dirty="0" smtClean="0"/>
              <a:t> </a:t>
            </a:r>
            <a:r>
              <a:rPr lang="en-US" dirty="0" err="1" smtClean="0"/>
              <a:t>sắp</a:t>
            </a:r>
            <a:r>
              <a:rPr lang="en-US" dirty="0" smtClean="0"/>
              <a:t> </a:t>
            </a:r>
            <a:r>
              <a:rPr lang="en-US" dirty="0" err="1" smtClean="0"/>
              <a:t>xếp</a:t>
            </a:r>
            <a:r>
              <a:rPr lang="en-US" dirty="0" smtClean="0"/>
              <a:t> </a:t>
            </a:r>
            <a:r>
              <a:rPr lang="en-US" dirty="0" err="1" smtClean="0"/>
              <a:t>hợp</a:t>
            </a:r>
            <a:r>
              <a:rPr lang="en-US" dirty="0" smtClean="0"/>
              <a:t> </a:t>
            </a:r>
            <a:r>
              <a:rPr lang="en-US" dirty="0" err="1" smtClean="0"/>
              <a:t>lý</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lớp</a:t>
            </a:r>
            <a:r>
              <a:rPr lang="en-US" dirty="0" smtClean="0"/>
              <a:t> </a:t>
            </a:r>
            <a:r>
              <a:rPr lang="en-US" dirty="0" err="1" smtClean="0"/>
              <a:t>tích</a:t>
            </a:r>
            <a:r>
              <a:rPr lang="en-US" dirty="0" smtClean="0"/>
              <a:t> </a:t>
            </a:r>
            <a:r>
              <a:rPr lang="en-US" dirty="0" err="1" smtClean="0"/>
              <a:t>chập</a:t>
            </a:r>
            <a:r>
              <a:rPr lang="en-US" dirty="0" smtClean="0"/>
              <a:t> </a:t>
            </a:r>
            <a:r>
              <a:rPr lang="en-US" dirty="0" err="1" smtClean="0"/>
              <a:t>có</a:t>
            </a:r>
            <a:r>
              <a:rPr lang="en-US" dirty="0" smtClean="0"/>
              <a:t> </a:t>
            </a:r>
            <a:r>
              <a:rPr lang="en-US" dirty="0" err="1" smtClean="0"/>
              <a:t>thể</a:t>
            </a:r>
            <a:r>
              <a:rPr lang="en-US" dirty="0" smtClean="0"/>
              <a:t> </a:t>
            </a:r>
            <a:r>
              <a:rPr lang="en-US" dirty="0" err="1" smtClean="0"/>
              <a:t>phân</a:t>
            </a:r>
            <a:r>
              <a:rPr lang="en-US" dirty="0" smtClean="0"/>
              <a:t> </a:t>
            </a:r>
            <a:r>
              <a:rPr lang="en-US" dirty="0" err="1" smtClean="0"/>
              <a:t>tách</a:t>
            </a:r>
            <a:r>
              <a:rPr lang="en-US" dirty="0" smtClean="0"/>
              <a:t> </a:t>
            </a:r>
            <a:r>
              <a:rPr lang="en-US" dirty="0" err="1" smtClean="0"/>
              <a:t>theo</a:t>
            </a:r>
            <a:r>
              <a:rPr lang="en-US" dirty="0" smtClean="0"/>
              <a:t> </a:t>
            </a:r>
            <a:r>
              <a:rPr lang="en-US" dirty="0" err="1" smtClean="0"/>
              <a:t>chiều</a:t>
            </a:r>
            <a:r>
              <a:rPr lang="en-US" dirty="0" smtClean="0"/>
              <a:t> </a:t>
            </a:r>
            <a:r>
              <a:rPr lang="en-US" dirty="0" err="1" smtClean="0"/>
              <a:t>sâu</a:t>
            </a:r>
            <a:r>
              <a:rPr lang="en-US" dirty="0" smtClean="0"/>
              <a:t>( </a:t>
            </a:r>
            <a:r>
              <a:rPr lang="en-US" dirty="0" err="1" smtClean="0"/>
              <a:t>Depthwise</a:t>
            </a:r>
            <a:r>
              <a:rPr lang="en-US" dirty="0" smtClean="0"/>
              <a:t> Separable Convolution: DSC) </a:t>
            </a:r>
            <a:r>
              <a:rPr lang="en-US" dirty="0" err="1" smtClean="0"/>
              <a:t>để</a:t>
            </a:r>
            <a:r>
              <a:rPr lang="en-US" dirty="0" smtClean="0"/>
              <a:t> </a:t>
            </a:r>
            <a:r>
              <a:rPr lang="en-US" dirty="0" err="1" smtClean="0"/>
              <a:t>xây</a:t>
            </a:r>
            <a:r>
              <a:rPr lang="en-US" dirty="0" smtClean="0"/>
              <a:t> </a:t>
            </a:r>
            <a:r>
              <a:rPr lang="en-US" dirty="0" err="1" smtClean="0"/>
              <a:t>dựng</a:t>
            </a:r>
            <a:r>
              <a:rPr lang="en-US" dirty="0" smtClean="0"/>
              <a:t> </a:t>
            </a:r>
            <a:r>
              <a:rPr lang="en-US" dirty="0" err="1" smtClean="0"/>
              <a:t>mạng</a:t>
            </a:r>
            <a:r>
              <a:rPr lang="en-US" dirty="0" smtClean="0"/>
              <a:t> </a:t>
            </a:r>
            <a:r>
              <a:rPr lang="en-US" dirty="0" err="1" smtClean="0"/>
              <a:t>noron</a:t>
            </a:r>
            <a:r>
              <a:rPr lang="en-US" dirty="0" smtClean="0"/>
              <a:t> </a:t>
            </a:r>
            <a:r>
              <a:rPr lang="en-US" dirty="0" err="1" smtClean="0"/>
              <a:t>có</a:t>
            </a:r>
            <a:r>
              <a:rPr lang="en-US" dirty="0" smtClean="0"/>
              <a:t> </a:t>
            </a:r>
            <a:r>
              <a:rPr lang="en-US" dirty="0" err="1" smtClean="0"/>
              <a:t>số</a:t>
            </a:r>
            <a:r>
              <a:rPr lang="en-US" dirty="0" smtClean="0"/>
              <a:t> </a:t>
            </a:r>
            <a:r>
              <a:rPr lang="en-US" dirty="0" err="1" smtClean="0"/>
              <a:t>lượng</a:t>
            </a:r>
            <a:r>
              <a:rPr lang="en-US" dirty="0" smtClean="0"/>
              <a:t> </a:t>
            </a:r>
            <a:r>
              <a:rPr lang="en-US" dirty="0" err="1" smtClean="0"/>
              <a:t>trọng</a:t>
            </a:r>
            <a:r>
              <a:rPr lang="en-US" dirty="0" smtClean="0"/>
              <a:t> </a:t>
            </a:r>
            <a:r>
              <a:rPr lang="en-US" dirty="0" err="1" smtClean="0"/>
              <a:t>số</a:t>
            </a:r>
            <a:r>
              <a:rPr lang="en-US" dirty="0" smtClean="0"/>
              <a:t> </a:t>
            </a:r>
            <a:r>
              <a:rPr lang="en-US" dirty="0" err="1" smtClean="0"/>
              <a:t>và</a:t>
            </a:r>
            <a:r>
              <a:rPr lang="en-US" dirty="0" smtClean="0"/>
              <a:t> </a:t>
            </a:r>
            <a:r>
              <a:rPr lang="en-US" dirty="0" err="1" smtClean="0"/>
              <a:t>độ</a:t>
            </a:r>
            <a:r>
              <a:rPr lang="en-US" dirty="0" smtClean="0"/>
              <a:t> </a:t>
            </a:r>
            <a:r>
              <a:rPr lang="en-US" dirty="0" err="1" smtClean="0"/>
              <a:t>phức</a:t>
            </a:r>
            <a:r>
              <a:rPr lang="en-US" dirty="0" smtClean="0"/>
              <a:t> </a:t>
            </a:r>
            <a:r>
              <a:rPr lang="en-US" dirty="0" err="1" smtClean="0"/>
              <a:t>tạp</a:t>
            </a:r>
            <a:r>
              <a:rPr lang="en-US" dirty="0" smtClean="0"/>
              <a:t> </a:t>
            </a:r>
            <a:r>
              <a:rPr lang="en-US" dirty="0" err="1" smtClean="0"/>
              <a:t>ít</a:t>
            </a:r>
            <a:r>
              <a:rPr lang="en-US" dirty="0" smtClean="0"/>
              <a:t> </a:t>
            </a:r>
            <a:r>
              <a:rPr lang="en-US" dirty="0" err="1" smtClean="0"/>
              <a:t>hơn</a:t>
            </a:r>
            <a:endParaRPr lang="en-US" dirty="0"/>
          </a:p>
        </p:txBody>
      </p:sp>
    </p:spTree>
    <p:extLst>
      <p:ext uri="{BB962C8B-B14F-4D97-AF65-F5344CB8AC3E}">
        <p14:creationId xmlns:p14="http://schemas.microsoft.com/office/powerpoint/2010/main" val="32603128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sp>
        <p:nvSpPr>
          <p:cNvPr id="3" name="Content Placeholder 2"/>
          <p:cNvSpPr>
            <a:spLocks noGrp="1"/>
          </p:cNvSpPr>
          <p:nvPr>
            <p:ph idx="1"/>
          </p:nvPr>
        </p:nvSpPr>
        <p:spPr/>
        <p:txBody>
          <a:bodyPr/>
          <a:lstStyle/>
          <a:p>
            <a:r>
              <a:rPr lang="en-US" dirty="0" smtClean="0"/>
              <a:t>2. </a:t>
            </a:r>
            <a:r>
              <a:rPr lang="en-US" dirty="0" err="1" smtClean="0"/>
              <a:t>Giới</a:t>
            </a:r>
            <a:r>
              <a:rPr lang="en-US" dirty="0" smtClean="0"/>
              <a:t> </a:t>
            </a:r>
            <a:r>
              <a:rPr lang="en-US" dirty="0" err="1" smtClean="0"/>
              <a:t>thiệu</a:t>
            </a:r>
            <a:r>
              <a:rPr lang="en-US" dirty="0" smtClean="0"/>
              <a:t> </a:t>
            </a:r>
            <a:r>
              <a:rPr lang="en-US" dirty="0" err="1" smtClean="0"/>
              <a:t>kiến</a:t>
            </a:r>
            <a:r>
              <a:rPr lang="en-US" dirty="0" smtClean="0"/>
              <a:t> </a:t>
            </a:r>
            <a:r>
              <a:rPr lang="en-US" dirty="0" err="1" smtClean="0"/>
              <a:t>trúc</a:t>
            </a:r>
            <a:r>
              <a:rPr lang="en-US" dirty="0" smtClean="0"/>
              <a:t> MobileNetV2</a:t>
            </a:r>
          </a:p>
          <a:p>
            <a:pPr marL="201168" lvl="1" indent="0">
              <a:buNone/>
            </a:pPr>
            <a:r>
              <a:rPr lang="en-US" sz="1900" dirty="0" smtClean="0">
                <a:latin typeface="Franklin Gothic Book (Body)"/>
              </a:rPr>
              <a:t>	</a:t>
            </a:r>
            <a:r>
              <a:rPr lang="vi-VN" sz="1900" dirty="0" smtClean="0">
                <a:latin typeface="Franklin Gothic Book (Body)"/>
              </a:rPr>
              <a:t>MobileNetV2 </a:t>
            </a:r>
            <a:r>
              <a:rPr lang="vi-VN" sz="1900" dirty="0">
                <a:latin typeface="Franklin Gothic Book (Body)"/>
              </a:rPr>
              <a:t>là một trong những kiến trúc được ưa chuộng nhất khi phát triển các ứng dụng AI trong computer vision. Rất nhiều các kiến trúc sử dụng backbone là MobileNetV2 như SSDLite trong object detection và DeepLabV3 trong image segmentation.</a:t>
            </a:r>
          </a:p>
          <a:p>
            <a:pPr marL="201168" lvl="1" indent="0">
              <a:buNone/>
            </a:pPr>
            <a:r>
              <a:rPr lang="en-US" sz="1900" dirty="0" smtClean="0">
                <a:latin typeface="Franklin Gothic Book (Body)"/>
              </a:rPr>
              <a:t>	</a:t>
            </a:r>
            <a:r>
              <a:rPr lang="vi-VN" sz="1900" dirty="0" smtClean="0">
                <a:latin typeface="Franklin Gothic Book (Body)"/>
              </a:rPr>
              <a:t>MobileNetV2 </a:t>
            </a:r>
            <a:r>
              <a:rPr lang="vi-VN" sz="1900" dirty="0">
                <a:latin typeface="Franklin Gothic Book (Body)"/>
              </a:rPr>
              <a:t>có một số điểm cải tiến so với MobileNetV1 giúp cho nó có độ chính xác cao hơn, số lượng tham số và số lượng các phép tính ít </a:t>
            </a:r>
            <a:r>
              <a:rPr lang="vi-VN" sz="1900" dirty="0" smtClean="0">
                <a:latin typeface="Franklin Gothic Book (Body)"/>
              </a:rPr>
              <a:t>hơn. </a:t>
            </a:r>
            <a:endParaRPr lang="vi-VN" sz="1900" dirty="0">
              <a:latin typeface="Franklin Gothic Book (Body)"/>
            </a:endParaRPr>
          </a:p>
          <a:p>
            <a:pPr marL="0" indent="0">
              <a:buNone/>
            </a:pPr>
            <a:endParaRPr lang="en-US" dirty="0" smtClean="0"/>
          </a:p>
        </p:txBody>
      </p:sp>
    </p:spTree>
    <p:extLst>
      <p:ext uri="{BB962C8B-B14F-4D97-AF65-F5344CB8AC3E}">
        <p14:creationId xmlns:p14="http://schemas.microsoft.com/office/powerpoint/2010/main" val="30799929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pic>
        <p:nvPicPr>
          <p:cNvPr id="4" name="Content Placeholder 3"/>
          <p:cNvPicPr>
            <a:picLocks noGrp="1" noChangeAspect="1"/>
          </p:cNvPicPr>
          <p:nvPr>
            <p:ph idx="1"/>
          </p:nvPr>
        </p:nvPicPr>
        <p:blipFill>
          <a:blip r:embed="rId2"/>
          <a:stretch>
            <a:fillRect/>
          </a:stretch>
        </p:blipFill>
        <p:spPr>
          <a:xfrm>
            <a:off x="7202805" y="2312125"/>
            <a:ext cx="3952875" cy="2019300"/>
          </a:xfrm>
          <a:prstGeom prst="rect">
            <a:avLst/>
          </a:prstGeom>
        </p:spPr>
      </p:pic>
      <p:sp>
        <p:nvSpPr>
          <p:cNvPr id="6" name="Rectangle 5"/>
          <p:cNvSpPr/>
          <p:nvPr/>
        </p:nvSpPr>
        <p:spPr>
          <a:xfrm>
            <a:off x="1097281" y="2129245"/>
            <a:ext cx="5643154" cy="2308324"/>
          </a:xfrm>
          <a:prstGeom prst="rect">
            <a:avLst/>
          </a:prstGeom>
        </p:spPr>
        <p:txBody>
          <a:bodyPr wrap="square">
            <a:spAutoFit/>
          </a:bodyPr>
          <a:lstStyle/>
          <a:p>
            <a:r>
              <a:rPr lang="en-US" dirty="0" smtClean="0">
                <a:latin typeface="Franklin Gothic Book (Body)"/>
              </a:rPr>
              <a:t>2.1 Inverted </a:t>
            </a:r>
            <a:r>
              <a:rPr lang="en-US" dirty="0">
                <a:latin typeface="Franklin Gothic Book (Body)"/>
              </a:rPr>
              <a:t>Residual </a:t>
            </a:r>
            <a:r>
              <a:rPr lang="en-US" dirty="0" smtClean="0">
                <a:latin typeface="Franklin Gothic Book (Body)"/>
              </a:rPr>
              <a:t>Block</a:t>
            </a:r>
          </a:p>
          <a:p>
            <a:r>
              <a:rPr lang="en-US" dirty="0">
                <a:latin typeface="Franklin Gothic Book (Body)"/>
              </a:rPr>
              <a:t>	</a:t>
            </a:r>
            <a:r>
              <a:rPr lang="vi-VN" dirty="0" smtClean="0">
                <a:latin typeface="Franklin Gothic Book (Body)"/>
              </a:rPr>
              <a:t>MobileNetV2 cũng sử dụng những kết nối tắt </a:t>
            </a:r>
            <a:r>
              <a:rPr lang="en-US" dirty="0" err="1" smtClean="0">
                <a:latin typeface="Franklin Gothic Book (Body)"/>
              </a:rPr>
              <a:t>đồng</a:t>
            </a:r>
            <a:r>
              <a:rPr lang="en-US" dirty="0" smtClean="0">
                <a:latin typeface="Franklin Gothic Book (Body)"/>
              </a:rPr>
              <a:t> </a:t>
            </a:r>
            <a:r>
              <a:rPr lang="en-US" dirty="0" err="1" smtClean="0">
                <a:latin typeface="Franklin Gothic Book (Body)"/>
              </a:rPr>
              <a:t>nhất</a:t>
            </a:r>
            <a:r>
              <a:rPr lang="en-US" dirty="0" smtClean="0">
                <a:latin typeface="Franklin Gothic Book (Body)"/>
              </a:rPr>
              <a:t> </a:t>
            </a:r>
            <a:r>
              <a:rPr lang="en-US" dirty="0" err="1" smtClean="0">
                <a:latin typeface="Franklin Gothic Book (Body)"/>
              </a:rPr>
              <a:t>để</a:t>
            </a:r>
            <a:r>
              <a:rPr lang="en-US" dirty="0" smtClean="0">
                <a:latin typeface="Franklin Gothic Book (Body)"/>
              </a:rPr>
              <a:t> </a:t>
            </a:r>
            <a:r>
              <a:rPr lang="en-US" dirty="0" err="1" smtClean="0">
                <a:latin typeface="Franklin Gothic Book (Body)"/>
              </a:rPr>
              <a:t>xuyên</a:t>
            </a:r>
            <a:r>
              <a:rPr lang="en-US" dirty="0" smtClean="0">
                <a:latin typeface="Franklin Gothic Book (Body)"/>
              </a:rPr>
              <a:t> qua 1 hay </a:t>
            </a:r>
            <a:r>
              <a:rPr lang="en-US" dirty="0" err="1" smtClean="0">
                <a:latin typeface="Franklin Gothic Book (Body)"/>
              </a:rPr>
              <a:t>nhiều</a:t>
            </a:r>
            <a:r>
              <a:rPr lang="en-US" dirty="0" smtClean="0">
                <a:latin typeface="Franklin Gothic Book (Body)"/>
              </a:rPr>
              <a:t> </a:t>
            </a:r>
            <a:r>
              <a:rPr lang="en-US" dirty="0" err="1" smtClean="0">
                <a:latin typeface="Franklin Gothic Book (Body)"/>
              </a:rPr>
              <a:t>lớp</a:t>
            </a:r>
            <a:r>
              <a:rPr lang="en-US" dirty="0" smtClean="0">
                <a:latin typeface="Franklin Gothic Book (Body)"/>
              </a:rPr>
              <a:t> </a:t>
            </a:r>
            <a:r>
              <a:rPr lang="vi-VN" dirty="0" smtClean="0">
                <a:latin typeface="Franklin Gothic Book (Body)"/>
              </a:rPr>
              <a:t>như </a:t>
            </a:r>
            <a:r>
              <a:rPr lang="vi-VN" dirty="0" smtClean="0">
                <a:latin typeface="Franklin Gothic Book (Body)"/>
              </a:rPr>
              <a:t>ở mạng ResNet. Các khối ở layer trước được cộng trực tiếp vào layer liền sau. Nếu coi layer liền trước là </a:t>
            </a:r>
            <a:r>
              <a:rPr lang="en-US" b="1" dirty="0" smtClean="0">
                <a:latin typeface="Franklin Gothic Book (Body)"/>
              </a:rPr>
              <a:t>x</a:t>
            </a:r>
            <a:r>
              <a:rPr lang="vi-VN" dirty="0" smtClean="0">
                <a:latin typeface="Franklin Gothic Book (Body)"/>
              </a:rPr>
              <a:t>, sau khi đi qua các xử lý tích chập hai chiều ta thu được kết quả </a:t>
            </a:r>
            <a:r>
              <a:rPr lang="en-US" b="1" dirty="0" smtClean="0">
                <a:latin typeface="Franklin Gothic Book (Body)"/>
              </a:rPr>
              <a:t>F(x)</a:t>
            </a:r>
            <a:r>
              <a:rPr lang="vi-VN" b="1" dirty="0" smtClean="0">
                <a:latin typeface="Franklin Gothic Book (Body)"/>
              </a:rPr>
              <a:t> </a:t>
            </a:r>
            <a:r>
              <a:rPr lang="vi-VN" dirty="0" smtClean="0">
                <a:latin typeface="Franklin Gothic Book (Body)"/>
              </a:rPr>
              <a:t>thì output cuối cùng là một residual block có giá trị </a:t>
            </a:r>
            <a:r>
              <a:rPr lang="en-US" b="1" dirty="0" err="1" smtClean="0">
                <a:latin typeface="Franklin Gothic Book (Body)"/>
              </a:rPr>
              <a:t>x+F</a:t>
            </a:r>
            <a:r>
              <a:rPr lang="en-US" b="1" dirty="0" smtClean="0">
                <a:latin typeface="Franklin Gothic Book (Body)"/>
              </a:rPr>
              <a:t>(x)</a:t>
            </a:r>
            <a:r>
              <a:rPr lang="vi-VN" dirty="0" smtClean="0">
                <a:latin typeface="Franklin Gothic Book (Body)"/>
              </a:rPr>
              <a:t>.</a:t>
            </a:r>
            <a:endParaRPr lang="en-US" dirty="0" smtClean="0">
              <a:latin typeface="Franklin Gothic Book (Body)"/>
            </a:endParaRPr>
          </a:p>
        </p:txBody>
      </p:sp>
    </p:spTree>
    <p:extLst>
      <p:ext uri="{BB962C8B-B14F-4D97-AF65-F5344CB8AC3E}">
        <p14:creationId xmlns:p14="http://schemas.microsoft.com/office/powerpoint/2010/main" val="28119686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pic>
        <p:nvPicPr>
          <p:cNvPr id="4" name="Content Placeholder 3"/>
          <p:cNvPicPr>
            <a:picLocks noGrp="1" noChangeAspect="1"/>
          </p:cNvPicPr>
          <p:nvPr>
            <p:ph idx="1"/>
          </p:nvPr>
        </p:nvPicPr>
        <p:blipFill>
          <a:blip r:embed="rId2"/>
          <a:stretch>
            <a:fillRect/>
          </a:stretch>
        </p:blipFill>
        <p:spPr>
          <a:xfrm>
            <a:off x="4389121" y="1912256"/>
            <a:ext cx="7341326" cy="4485035"/>
          </a:xfrm>
          <a:prstGeom prst="rect">
            <a:avLst/>
          </a:prstGeom>
        </p:spPr>
      </p:pic>
      <p:sp>
        <p:nvSpPr>
          <p:cNvPr id="3" name="Rectangle 2"/>
          <p:cNvSpPr/>
          <p:nvPr/>
        </p:nvSpPr>
        <p:spPr>
          <a:xfrm>
            <a:off x="1124424" y="2233136"/>
            <a:ext cx="3565142" cy="2031325"/>
          </a:xfrm>
          <a:prstGeom prst="rect">
            <a:avLst/>
          </a:prstGeom>
        </p:spPr>
        <p:txBody>
          <a:bodyPr wrap="square">
            <a:spAutoFit/>
          </a:bodyPr>
          <a:lstStyle/>
          <a:p>
            <a:r>
              <a:rPr lang="vi-VN" dirty="0" smtClean="0"/>
              <a:t>Tuy </a:t>
            </a:r>
            <a:r>
              <a:rPr lang="vi-VN" dirty="0"/>
              <a:t>nhiên kết nối tắt ở MobileNetV2 được điều chỉnh sao cho số kênh (hoặc chiều sâu) ở input và output của mỗi block residual được thắt hẹp lại. Chính vì thế nó được gọi là các bottleneck layers</a:t>
            </a:r>
            <a:r>
              <a:rPr lang="en-US" dirty="0"/>
              <a:t>.</a:t>
            </a:r>
            <a:endParaRPr lang="en-US" dirty="0">
              <a:latin typeface="Franklin Gothic Book (Body)"/>
            </a:endParaRPr>
          </a:p>
        </p:txBody>
      </p:sp>
    </p:spTree>
    <p:extLst>
      <p:ext uri="{BB962C8B-B14F-4D97-AF65-F5344CB8AC3E}">
        <p14:creationId xmlns:p14="http://schemas.microsoft.com/office/powerpoint/2010/main" val="2192167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pic>
        <p:nvPicPr>
          <p:cNvPr id="4" name="Content Placeholder 3"/>
          <p:cNvPicPr>
            <a:picLocks noGrp="1" noChangeAspect="1"/>
          </p:cNvPicPr>
          <p:nvPr>
            <p:ph idx="1"/>
          </p:nvPr>
        </p:nvPicPr>
        <p:blipFill>
          <a:blip r:embed="rId2"/>
          <a:stretch>
            <a:fillRect/>
          </a:stretch>
        </p:blipFill>
        <p:spPr>
          <a:xfrm>
            <a:off x="3173730" y="4094865"/>
            <a:ext cx="5905500" cy="2295525"/>
          </a:xfrm>
          <a:prstGeom prst="rect">
            <a:avLst/>
          </a:prstGeom>
        </p:spPr>
      </p:pic>
      <p:sp>
        <p:nvSpPr>
          <p:cNvPr id="5" name="Rectangle 4"/>
          <p:cNvSpPr/>
          <p:nvPr/>
        </p:nvSpPr>
        <p:spPr>
          <a:xfrm>
            <a:off x="1097280" y="1893500"/>
            <a:ext cx="10058400" cy="2400657"/>
          </a:xfrm>
          <a:prstGeom prst="rect">
            <a:avLst/>
          </a:prstGeom>
        </p:spPr>
        <p:txBody>
          <a:bodyPr wrap="square">
            <a:spAutoFit/>
          </a:bodyPr>
          <a:lstStyle/>
          <a:p>
            <a:r>
              <a:rPr lang="en-US" sz="1500" dirty="0"/>
              <a:t> </a:t>
            </a:r>
            <a:r>
              <a:rPr lang="en-US" sz="1500" dirty="0" smtClean="0"/>
              <a:t>          </a:t>
            </a:r>
            <a:r>
              <a:rPr lang="vi-VN" sz="1500" dirty="0" smtClean="0"/>
              <a:t>Kiến </a:t>
            </a:r>
            <a:r>
              <a:rPr lang="vi-VN" sz="1500" dirty="0"/>
              <a:t>trúc residual này ngược lại so với các kiến trúc residual truyền thống vì kiến trúc residual truyền thống có số lượng kênh ở input và output của một block lớn hơn so với các layer trung gian. Chính vì vậy nó còn được gọi là kiến trúc inverted residual block</a:t>
            </a:r>
            <a:r>
              <a:rPr lang="vi-VN" sz="1500" dirty="0" smtClean="0"/>
              <a:t>.</a:t>
            </a:r>
            <a:endParaRPr lang="en-US" sz="1500" dirty="0" smtClean="0"/>
          </a:p>
          <a:p>
            <a:r>
              <a:rPr lang="en-US" sz="1500" dirty="0" smtClean="0"/>
              <a:t>           C</a:t>
            </a:r>
            <a:r>
              <a:rPr lang="vi-VN" sz="1500" dirty="0" smtClean="0"/>
              <a:t>ác </a:t>
            </a:r>
            <a:r>
              <a:rPr lang="vi-VN" sz="1500" dirty="0"/>
              <a:t>layer trung gian trong một block sẽ làm nhiệm vụ biến đổi phi tuyến nên cần dày hơn để tạo ra nhiều phép biến đổi hơn. Kết nối tắt giữa các block được thực hiện trên những bottleneck input và output chứ không thực hiện trên các layer trung gian. Do đó các layer bottleneck input và output chỉ cần ghi nhận kết quả và không cần thực hiện biến đổi phi tuyến.</a:t>
            </a:r>
          </a:p>
          <a:p>
            <a:r>
              <a:rPr lang="en-US" sz="1500" dirty="0" smtClean="0"/>
              <a:t>           </a:t>
            </a:r>
            <a:r>
              <a:rPr lang="vi-VN" sz="1500" dirty="0" smtClean="0"/>
              <a:t>Ở </a:t>
            </a:r>
            <a:r>
              <a:rPr lang="vi-VN" sz="1500" dirty="0"/>
              <a:t>giữa các layer trong một block </a:t>
            </a:r>
            <a:r>
              <a:rPr lang="vi-VN" sz="1500" i="1" dirty="0"/>
              <a:t>inverted residual block</a:t>
            </a:r>
            <a:r>
              <a:rPr lang="vi-VN" sz="1500" dirty="0"/>
              <a:t> chúng ta cũng sử dụng những biến đổi </a:t>
            </a:r>
            <a:r>
              <a:rPr lang="vi-VN" sz="1500" i="1" dirty="0"/>
              <a:t>tích chập tách biệt chiều sâu</a:t>
            </a:r>
            <a:r>
              <a:rPr lang="vi-VN" sz="1500" dirty="0"/>
              <a:t> để giảm thiểu số lượng tham số của mô hình. Đây cũng chính là bí quyết giúp họ các model MobileNet có kích thước giảm nhẹ.</a:t>
            </a:r>
          </a:p>
        </p:txBody>
      </p:sp>
    </p:spTree>
    <p:extLst>
      <p:ext uri="{BB962C8B-B14F-4D97-AF65-F5344CB8AC3E}">
        <p14:creationId xmlns:p14="http://schemas.microsoft.com/office/powerpoint/2010/main" val="24669582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sp>
        <p:nvSpPr>
          <p:cNvPr id="3" name="Content Placeholder 2"/>
          <p:cNvSpPr>
            <a:spLocks noGrp="1"/>
          </p:cNvSpPr>
          <p:nvPr>
            <p:ph idx="1"/>
          </p:nvPr>
        </p:nvSpPr>
        <p:spPr>
          <a:xfrm>
            <a:off x="1097279" y="2108201"/>
            <a:ext cx="10058401" cy="3760891"/>
          </a:xfrm>
        </p:spPr>
        <p:txBody>
          <a:bodyPr>
            <a:normAutofit/>
          </a:bodyPr>
          <a:lstStyle/>
          <a:p>
            <a:r>
              <a:rPr lang="en-US" dirty="0" smtClean="0">
                <a:latin typeface="Arial (Body)"/>
              </a:rPr>
              <a:t>2.2. </a:t>
            </a:r>
            <a:r>
              <a:rPr lang="en-US" dirty="0" err="1" smtClean="0">
                <a:latin typeface="Arial (Body)"/>
              </a:rPr>
              <a:t>Sự</a:t>
            </a:r>
            <a:r>
              <a:rPr lang="en-US" dirty="0" smtClean="0">
                <a:latin typeface="Arial (Body)"/>
              </a:rPr>
              <a:t> </a:t>
            </a:r>
            <a:r>
              <a:rPr lang="en-US" dirty="0" err="1" smtClean="0">
                <a:latin typeface="Arial (Body)"/>
              </a:rPr>
              <a:t>ảnh</a:t>
            </a:r>
            <a:r>
              <a:rPr lang="en-US" dirty="0" smtClean="0">
                <a:latin typeface="Arial (Body)"/>
              </a:rPr>
              <a:t> </a:t>
            </a:r>
            <a:r>
              <a:rPr lang="en-US" dirty="0" err="1" smtClean="0">
                <a:latin typeface="Arial (Body)"/>
              </a:rPr>
              <a:t>hưởng</a:t>
            </a:r>
            <a:r>
              <a:rPr lang="en-US" dirty="0" smtClean="0">
                <a:latin typeface="Arial (Body)"/>
              </a:rPr>
              <a:t> </a:t>
            </a:r>
            <a:r>
              <a:rPr lang="en-US" dirty="0" err="1" smtClean="0">
                <a:latin typeface="Arial (Body)"/>
              </a:rPr>
              <a:t>của</a:t>
            </a:r>
            <a:r>
              <a:rPr lang="en-US" dirty="0" smtClean="0">
                <a:latin typeface="Arial (Body)"/>
              </a:rPr>
              <a:t> </a:t>
            </a:r>
            <a:r>
              <a:rPr lang="en-US" dirty="0" err="1" smtClean="0">
                <a:latin typeface="Arial (Body)"/>
              </a:rPr>
              <a:t>hàm</a:t>
            </a:r>
            <a:r>
              <a:rPr lang="en-US" dirty="0" smtClean="0">
                <a:latin typeface="Arial (Body)"/>
              </a:rPr>
              <a:t> </a:t>
            </a:r>
            <a:r>
              <a:rPr lang="en-US" dirty="0" err="1" smtClean="0">
                <a:latin typeface="Arial (Body)"/>
              </a:rPr>
              <a:t>kích</a:t>
            </a:r>
            <a:r>
              <a:rPr lang="en-US" dirty="0" smtClean="0">
                <a:latin typeface="Arial (Body)"/>
              </a:rPr>
              <a:t> </a:t>
            </a:r>
            <a:r>
              <a:rPr lang="en-US" dirty="0" err="1" smtClean="0">
                <a:latin typeface="Arial (Body)"/>
              </a:rPr>
              <a:t>hoạt</a:t>
            </a:r>
            <a:r>
              <a:rPr lang="en-US" dirty="0" smtClean="0">
                <a:latin typeface="Arial (Body)"/>
              </a:rPr>
              <a:t> non-linear</a:t>
            </a:r>
          </a:p>
          <a:p>
            <a:pPr marL="0" indent="0">
              <a:buNone/>
            </a:pPr>
            <a:r>
              <a:rPr lang="en-US" dirty="0" smtClean="0">
                <a:latin typeface="Arial (Body)"/>
              </a:rPr>
              <a:t>	V</a:t>
            </a:r>
            <a:r>
              <a:rPr lang="vi-VN" dirty="0" smtClean="0">
                <a:latin typeface="Arial (Body)"/>
              </a:rPr>
              <a:t>iệc sử dụng các biến đổi phi tuyến (như biến đổi qua ReLu hoặc sigmoid) tại input và output của các </a:t>
            </a:r>
            <a:r>
              <a:rPr lang="vi-VN" i="1" dirty="0" smtClean="0">
                <a:latin typeface="Arial (Body)"/>
              </a:rPr>
              <a:t>residual block</a:t>
            </a:r>
            <a:r>
              <a:rPr lang="vi-VN" dirty="0" smtClean="0">
                <a:latin typeface="Arial (Body)"/>
              </a:rPr>
              <a:t> sẽ làm cho thông tin bị mất mát.</a:t>
            </a:r>
            <a:endParaRPr lang="en-US" dirty="0" smtClean="0">
              <a:latin typeface="Arial (Body)"/>
            </a:endParaRPr>
          </a:p>
          <a:p>
            <a:pPr marL="0" indent="0">
              <a:buNone/>
            </a:pPr>
            <a:r>
              <a:rPr lang="en-US" dirty="0">
                <a:latin typeface="Arial (Body)"/>
              </a:rPr>
              <a:t>	</a:t>
            </a:r>
            <a:r>
              <a:rPr lang="en-US" dirty="0" err="1" smtClean="0">
                <a:latin typeface="Arial (Body)"/>
              </a:rPr>
              <a:t>Chính</a:t>
            </a:r>
            <a:r>
              <a:rPr lang="en-US" dirty="0" smtClean="0">
                <a:latin typeface="Arial (Body)"/>
              </a:rPr>
              <a:t> </a:t>
            </a:r>
            <a:r>
              <a:rPr lang="en-US" dirty="0" err="1" smtClean="0">
                <a:latin typeface="Arial (Body)"/>
              </a:rPr>
              <a:t>vì</a:t>
            </a:r>
            <a:r>
              <a:rPr lang="en-US" dirty="0" smtClean="0">
                <a:latin typeface="Arial (Body)"/>
              </a:rPr>
              <a:t> </a:t>
            </a:r>
            <a:r>
              <a:rPr lang="en-US" dirty="0" err="1" smtClean="0">
                <a:latin typeface="Arial (Body)"/>
              </a:rPr>
              <a:t>thế</a:t>
            </a:r>
            <a:r>
              <a:rPr lang="en-US" dirty="0" smtClean="0">
                <a:latin typeface="Arial (Body)"/>
              </a:rPr>
              <a:t> </a:t>
            </a:r>
            <a:r>
              <a:rPr lang="en-US" dirty="0" err="1" smtClean="0">
                <a:latin typeface="Arial (Body)"/>
              </a:rPr>
              <a:t>trong</a:t>
            </a:r>
            <a:r>
              <a:rPr lang="en-US" dirty="0" smtClean="0">
                <a:latin typeface="Arial (Body)"/>
              </a:rPr>
              <a:t> </a:t>
            </a:r>
            <a:r>
              <a:rPr lang="en-US" dirty="0" err="1" smtClean="0">
                <a:latin typeface="Arial (Body)"/>
              </a:rPr>
              <a:t>kiến</a:t>
            </a:r>
            <a:r>
              <a:rPr lang="en-US" dirty="0" smtClean="0">
                <a:latin typeface="Arial (Body)"/>
              </a:rPr>
              <a:t> </a:t>
            </a:r>
            <a:r>
              <a:rPr lang="en-US" dirty="0" err="1" smtClean="0">
                <a:latin typeface="Arial (Body)"/>
              </a:rPr>
              <a:t>trúc</a:t>
            </a:r>
            <a:r>
              <a:rPr lang="en-US" dirty="0" smtClean="0">
                <a:latin typeface="Arial (Body)"/>
              </a:rPr>
              <a:t> </a:t>
            </a:r>
            <a:r>
              <a:rPr lang="en-US" dirty="0" err="1" smtClean="0">
                <a:latin typeface="Arial (Body)"/>
              </a:rPr>
              <a:t>của</a:t>
            </a:r>
            <a:r>
              <a:rPr lang="en-US" dirty="0" smtClean="0">
                <a:latin typeface="Arial (Body)"/>
              </a:rPr>
              <a:t> </a:t>
            </a:r>
            <a:r>
              <a:rPr lang="en-US" i="1" dirty="0" smtClean="0">
                <a:latin typeface="Arial (Body)"/>
              </a:rPr>
              <a:t>residual block</a:t>
            </a:r>
            <a:r>
              <a:rPr lang="en-US" dirty="0" smtClean="0">
                <a:latin typeface="Arial (Body)"/>
              </a:rPr>
              <a:t> </a:t>
            </a:r>
            <a:r>
              <a:rPr lang="en-US" dirty="0" err="1" smtClean="0">
                <a:latin typeface="Arial (Body)"/>
              </a:rPr>
              <a:t>tác</a:t>
            </a:r>
            <a:r>
              <a:rPr lang="en-US" dirty="0" smtClean="0">
                <a:latin typeface="Arial (Body)"/>
              </a:rPr>
              <a:t> </a:t>
            </a:r>
            <a:r>
              <a:rPr lang="en-US" dirty="0" err="1" smtClean="0">
                <a:latin typeface="Arial (Body)"/>
              </a:rPr>
              <a:t>giả</a:t>
            </a:r>
            <a:r>
              <a:rPr lang="en-US" dirty="0" smtClean="0">
                <a:latin typeface="Arial (Body)"/>
              </a:rPr>
              <a:t> </a:t>
            </a:r>
            <a:r>
              <a:rPr lang="en-US" dirty="0" err="1" smtClean="0">
                <a:latin typeface="Arial (Body)"/>
              </a:rPr>
              <a:t>đã</a:t>
            </a:r>
            <a:r>
              <a:rPr lang="en-US" dirty="0" smtClean="0">
                <a:latin typeface="Arial (Body)"/>
              </a:rPr>
              <a:t> </a:t>
            </a:r>
            <a:r>
              <a:rPr lang="en-US" dirty="0" err="1" smtClean="0">
                <a:latin typeface="Arial (Body)"/>
              </a:rPr>
              <a:t>loại</a:t>
            </a:r>
            <a:r>
              <a:rPr lang="en-US" dirty="0" smtClean="0">
                <a:latin typeface="Arial (Body)"/>
              </a:rPr>
              <a:t> </a:t>
            </a:r>
            <a:r>
              <a:rPr lang="en-US" dirty="0" err="1" smtClean="0">
                <a:latin typeface="Arial (Body)"/>
              </a:rPr>
              <a:t>bỏ</a:t>
            </a:r>
            <a:r>
              <a:rPr lang="en-US" dirty="0" smtClean="0">
                <a:latin typeface="Arial (Body)"/>
              </a:rPr>
              <a:t> </a:t>
            </a:r>
            <a:r>
              <a:rPr lang="en-US" dirty="0" err="1" smtClean="0">
                <a:latin typeface="Arial (Body)"/>
              </a:rPr>
              <a:t>hàm</a:t>
            </a:r>
            <a:r>
              <a:rPr lang="en-US" dirty="0" smtClean="0">
                <a:latin typeface="Arial (Body)"/>
              </a:rPr>
              <a:t> phi </a:t>
            </a:r>
            <a:r>
              <a:rPr lang="en-US" dirty="0" err="1" smtClean="0">
                <a:latin typeface="Arial (Body)"/>
              </a:rPr>
              <a:t>tuyến</a:t>
            </a:r>
            <a:r>
              <a:rPr lang="en-US" dirty="0" smtClean="0">
                <a:latin typeface="Arial (Body)"/>
              </a:rPr>
              <a:t> </a:t>
            </a:r>
            <a:r>
              <a:rPr lang="en-US" dirty="0" err="1" smtClean="0">
                <a:latin typeface="Arial (Body)"/>
              </a:rPr>
              <a:t>tại</a:t>
            </a:r>
            <a:r>
              <a:rPr lang="en-US" dirty="0" smtClean="0">
                <a:latin typeface="Arial (Body)"/>
              </a:rPr>
              <a:t> layer input </a:t>
            </a:r>
            <a:r>
              <a:rPr lang="en-US" dirty="0" err="1" smtClean="0">
                <a:latin typeface="Arial (Body)"/>
              </a:rPr>
              <a:t>và</a:t>
            </a:r>
            <a:r>
              <a:rPr lang="en-US" dirty="0" smtClean="0">
                <a:latin typeface="Arial (Body)"/>
              </a:rPr>
              <a:t> output </a:t>
            </a:r>
            <a:r>
              <a:rPr lang="en-US" dirty="0" err="1" smtClean="0">
                <a:latin typeface="Arial (Body)"/>
              </a:rPr>
              <a:t>và</a:t>
            </a:r>
            <a:r>
              <a:rPr lang="en-US" dirty="0" smtClean="0">
                <a:latin typeface="Arial (Body)"/>
              </a:rPr>
              <a:t> </a:t>
            </a:r>
            <a:r>
              <a:rPr lang="en-US" dirty="0" err="1" smtClean="0">
                <a:latin typeface="Arial (Body)"/>
              </a:rPr>
              <a:t>thay</a:t>
            </a:r>
            <a:r>
              <a:rPr lang="en-US" dirty="0" smtClean="0">
                <a:latin typeface="Arial (Body)"/>
              </a:rPr>
              <a:t> </a:t>
            </a:r>
            <a:r>
              <a:rPr lang="en-US" dirty="0" err="1" smtClean="0">
                <a:latin typeface="Arial (Body)"/>
              </a:rPr>
              <a:t>bằng</a:t>
            </a:r>
            <a:r>
              <a:rPr lang="en-US" dirty="0" smtClean="0">
                <a:latin typeface="Arial (Body)"/>
              </a:rPr>
              <a:t> </a:t>
            </a:r>
            <a:r>
              <a:rPr lang="en-US" dirty="0" err="1" smtClean="0">
                <a:latin typeface="Arial (Body)"/>
              </a:rPr>
              <a:t>các</a:t>
            </a:r>
            <a:r>
              <a:rPr lang="en-US" dirty="0" smtClean="0">
                <a:latin typeface="Arial (Body)"/>
              </a:rPr>
              <a:t> </a:t>
            </a:r>
            <a:r>
              <a:rPr lang="en-US" dirty="0" err="1" smtClean="0">
                <a:latin typeface="Arial (Body)"/>
              </a:rPr>
              <a:t>phép</a:t>
            </a:r>
            <a:r>
              <a:rPr lang="en-US" dirty="0" smtClean="0">
                <a:latin typeface="Arial (Body)"/>
              </a:rPr>
              <a:t> </a:t>
            </a:r>
            <a:r>
              <a:rPr lang="en-US" dirty="0" err="1" smtClean="0">
                <a:latin typeface="Arial (Body)"/>
              </a:rPr>
              <a:t>chiếu</a:t>
            </a:r>
            <a:r>
              <a:rPr lang="en-US" dirty="0" smtClean="0">
                <a:latin typeface="Arial (Body)"/>
              </a:rPr>
              <a:t> </a:t>
            </a:r>
            <a:r>
              <a:rPr lang="en-US" dirty="0" err="1" smtClean="0">
                <a:latin typeface="Arial (Body)"/>
              </a:rPr>
              <a:t>tuyến</a:t>
            </a:r>
            <a:r>
              <a:rPr lang="en-US" dirty="0" smtClean="0">
                <a:latin typeface="Arial (Body)"/>
              </a:rPr>
              <a:t> </a:t>
            </a:r>
            <a:r>
              <a:rPr lang="en-US" dirty="0" err="1" smtClean="0">
                <a:latin typeface="Arial (Body)"/>
              </a:rPr>
              <a:t>tính</a:t>
            </a:r>
            <a:r>
              <a:rPr lang="en-US" dirty="0" smtClean="0">
                <a:latin typeface="Arial (Body)"/>
              </a:rPr>
              <a:t>.</a:t>
            </a:r>
            <a:endParaRPr lang="en-US" dirty="0">
              <a:latin typeface="Arial (Body)"/>
            </a:endParaRPr>
          </a:p>
        </p:txBody>
      </p:sp>
    </p:spTree>
    <p:extLst>
      <p:ext uri="{BB962C8B-B14F-4D97-AF65-F5344CB8AC3E}">
        <p14:creationId xmlns:p14="http://schemas.microsoft.com/office/powerpoint/2010/main" val="2943093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sp>
        <p:nvSpPr>
          <p:cNvPr id="3" name="Content Placeholder 2"/>
          <p:cNvSpPr>
            <a:spLocks noGrp="1"/>
          </p:cNvSpPr>
          <p:nvPr>
            <p:ph idx="1"/>
          </p:nvPr>
        </p:nvSpPr>
        <p:spPr>
          <a:xfrm>
            <a:off x="1097280" y="2108201"/>
            <a:ext cx="5695950" cy="3760891"/>
          </a:xfrm>
        </p:spPr>
        <p:txBody>
          <a:bodyPr/>
          <a:lstStyle/>
          <a:p>
            <a:r>
              <a:rPr lang="en-US" dirty="0" err="1" smtClean="0"/>
              <a:t>Kiến</a:t>
            </a:r>
            <a:r>
              <a:rPr lang="en-US" dirty="0" smtClean="0"/>
              <a:t> </a:t>
            </a:r>
            <a:r>
              <a:rPr lang="en-US" dirty="0" err="1" smtClean="0"/>
              <a:t>trúc</a:t>
            </a:r>
            <a:r>
              <a:rPr lang="en-US" dirty="0" smtClean="0"/>
              <a:t> </a:t>
            </a:r>
            <a:r>
              <a:rPr lang="en-US" dirty="0" err="1" smtClean="0"/>
              <a:t>của</a:t>
            </a:r>
            <a:r>
              <a:rPr lang="en-US" dirty="0" smtClean="0"/>
              <a:t> MobileNetV2</a:t>
            </a:r>
          </a:p>
          <a:p>
            <a:r>
              <a:rPr lang="en-US" dirty="0" err="1" smtClean="0"/>
              <a:t>Hệ</a:t>
            </a:r>
            <a:r>
              <a:rPr lang="en-US" dirty="0" smtClean="0"/>
              <a:t> </a:t>
            </a:r>
            <a:r>
              <a:rPr lang="en-US" dirty="0" err="1" smtClean="0"/>
              <a:t>số</a:t>
            </a:r>
            <a:r>
              <a:rPr lang="en-US" dirty="0" smtClean="0"/>
              <a:t> </a:t>
            </a:r>
            <a:r>
              <a:rPr lang="en-US" dirty="0" err="1" smtClean="0"/>
              <a:t>mở</a:t>
            </a:r>
            <a:r>
              <a:rPr lang="en-US" dirty="0" smtClean="0"/>
              <a:t> </a:t>
            </a:r>
            <a:r>
              <a:rPr lang="en-US" dirty="0" err="1" smtClean="0"/>
              <a:t>rộng</a:t>
            </a:r>
            <a:r>
              <a:rPr lang="en-US" dirty="0" smtClean="0"/>
              <a:t>: t</a:t>
            </a:r>
          </a:p>
          <a:p>
            <a:r>
              <a:rPr lang="en-US" dirty="0" err="1" smtClean="0"/>
              <a:t>Đại</a:t>
            </a:r>
            <a:r>
              <a:rPr lang="en-US" dirty="0" smtClean="0"/>
              <a:t> </a:t>
            </a:r>
            <a:r>
              <a:rPr lang="en-US" dirty="0" err="1" smtClean="0"/>
              <a:t>diện</a:t>
            </a:r>
            <a:r>
              <a:rPr lang="en-US" dirty="0" smtClean="0"/>
              <a:t> </a:t>
            </a:r>
            <a:r>
              <a:rPr lang="en-US" dirty="0" err="1" smtClean="0"/>
              <a:t>cho</a:t>
            </a:r>
            <a:r>
              <a:rPr lang="en-US" dirty="0" smtClean="0"/>
              <a:t> </a:t>
            </a:r>
            <a:r>
              <a:rPr lang="en-US" dirty="0" err="1" smtClean="0"/>
              <a:t>số</a:t>
            </a:r>
            <a:r>
              <a:rPr lang="en-US" dirty="0" smtClean="0"/>
              <a:t> </a:t>
            </a:r>
            <a:r>
              <a:rPr lang="en-US" dirty="0" err="1" smtClean="0"/>
              <a:t>kênh</a:t>
            </a:r>
            <a:r>
              <a:rPr lang="en-US" dirty="0" smtClean="0"/>
              <a:t> </a:t>
            </a:r>
            <a:r>
              <a:rPr lang="en-US" dirty="0" err="1" smtClean="0"/>
              <a:t>đầu</a:t>
            </a:r>
            <a:r>
              <a:rPr lang="en-US" dirty="0" smtClean="0"/>
              <a:t> </a:t>
            </a:r>
            <a:r>
              <a:rPr lang="en-US" dirty="0" err="1" smtClean="0"/>
              <a:t>vào</a:t>
            </a:r>
            <a:r>
              <a:rPr lang="en-US" dirty="0" smtClean="0"/>
              <a:t>: c</a:t>
            </a:r>
          </a:p>
          <a:p>
            <a:r>
              <a:rPr lang="en-US" dirty="0" err="1" smtClean="0"/>
              <a:t>Tần</a:t>
            </a:r>
            <a:r>
              <a:rPr lang="en-US" dirty="0" smtClean="0"/>
              <a:t> </a:t>
            </a:r>
            <a:r>
              <a:rPr lang="en-US" dirty="0" err="1" smtClean="0"/>
              <a:t>xuất</a:t>
            </a:r>
            <a:r>
              <a:rPr lang="en-US" dirty="0" smtClean="0"/>
              <a:t> </a:t>
            </a:r>
            <a:r>
              <a:rPr lang="en-US" dirty="0" err="1" smtClean="0"/>
              <a:t>khối</a:t>
            </a:r>
            <a:r>
              <a:rPr lang="en-US" dirty="0" smtClean="0"/>
              <a:t> </a:t>
            </a:r>
            <a:r>
              <a:rPr lang="en-US" dirty="0" err="1" smtClean="0"/>
              <a:t>đc</a:t>
            </a:r>
            <a:r>
              <a:rPr lang="en-US" dirty="0" smtClean="0"/>
              <a:t> </a:t>
            </a:r>
            <a:r>
              <a:rPr lang="en-US" dirty="0" err="1" smtClean="0"/>
              <a:t>lặp</a:t>
            </a:r>
            <a:r>
              <a:rPr lang="en-US" dirty="0" smtClean="0"/>
              <a:t> </a:t>
            </a:r>
            <a:r>
              <a:rPr lang="en-US" dirty="0" err="1" smtClean="0"/>
              <a:t>lại</a:t>
            </a:r>
            <a:r>
              <a:rPr lang="en-US" dirty="0" smtClean="0"/>
              <a:t>: n</a:t>
            </a:r>
          </a:p>
          <a:p>
            <a:r>
              <a:rPr lang="en-US" dirty="0" err="1" smtClean="0"/>
              <a:t>Cuối</a:t>
            </a:r>
            <a:r>
              <a:rPr lang="en-US" dirty="0" smtClean="0"/>
              <a:t> </a:t>
            </a:r>
            <a:r>
              <a:rPr lang="en-US" dirty="0" err="1" smtClean="0"/>
              <a:t>cùng</a:t>
            </a:r>
            <a:r>
              <a:rPr lang="en-US" dirty="0" smtClean="0"/>
              <a:t> </a:t>
            </a:r>
            <a:r>
              <a:rPr lang="en-US" dirty="0" err="1" smtClean="0"/>
              <a:t>là</a:t>
            </a:r>
            <a:r>
              <a:rPr lang="en-US" dirty="0" smtClean="0"/>
              <a:t> s: </a:t>
            </a:r>
            <a:r>
              <a:rPr lang="en-US" dirty="0" err="1" smtClean="0"/>
              <a:t>cho</a:t>
            </a:r>
            <a:r>
              <a:rPr lang="en-US" dirty="0" smtClean="0"/>
              <a:t> </a:t>
            </a:r>
            <a:r>
              <a:rPr lang="en-US" dirty="0" err="1" smtClean="0"/>
              <a:t>chúng</a:t>
            </a:r>
            <a:r>
              <a:rPr lang="en-US" dirty="0" smtClean="0"/>
              <a:t> ta </a:t>
            </a:r>
            <a:r>
              <a:rPr lang="en-US" dirty="0" err="1" smtClean="0"/>
              <a:t>biết</a:t>
            </a:r>
            <a:r>
              <a:rPr lang="en-US" dirty="0" smtClean="0"/>
              <a:t> </a:t>
            </a:r>
            <a:r>
              <a:rPr lang="en-US" dirty="0" err="1" smtClean="0"/>
              <a:t>liệu</a:t>
            </a:r>
            <a:r>
              <a:rPr lang="en-US" dirty="0" smtClean="0"/>
              <a:t> </a:t>
            </a:r>
            <a:r>
              <a:rPr lang="en-US" dirty="0" err="1" smtClean="0"/>
              <a:t>lần</a:t>
            </a:r>
            <a:r>
              <a:rPr lang="en-US" dirty="0" smtClean="0"/>
              <a:t> </a:t>
            </a:r>
            <a:r>
              <a:rPr lang="en-US" dirty="0" err="1" smtClean="0"/>
              <a:t>lặp</a:t>
            </a:r>
            <a:r>
              <a:rPr lang="en-US" dirty="0" smtClean="0"/>
              <a:t> </a:t>
            </a:r>
            <a:r>
              <a:rPr lang="en-US" dirty="0" err="1" smtClean="0"/>
              <a:t>lại</a:t>
            </a:r>
            <a:r>
              <a:rPr lang="en-US" dirty="0" smtClean="0"/>
              <a:t> </a:t>
            </a:r>
            <a:r>
              <a:rPr lang="en-US" dirty="0" err="1" smtClean="0"/>
              <a:t>đầu</a:t>
            </a:r>
            <a:r>
              <a:rPr lang="en-US" dirty="0" smtClean="0"/>
              <a:t> </a:t>
            </a:r>
            <a:r>
              <a:rPr lang="en-US" dirty="0" err="1" smtClean="0"/>
              <a:t>tiên</a:t>
            </a:r>
            <a:r>
              <a:rPr lang="en-US" dirty="0" smtClean="0"/>
              <a:t> </a:t>
            </a:r>
            <a:r>
              <a:rPr lang="en-US" dirty="0" err="1" smtClean="0"/>
              <a:t>của</a:t>
            </a:r>
            <a:r>
              <a:rPr lang="en-US" dirty="0" smtClean="0"/>
              <a:t> </a:t>
            </a:r>
            <a:r>
              <a:rPr lang="en-US" dirty="0" err="1" smtClean="0"/>
              <a:t>một</a:t>
            </a:r>
            <a:r>
              <a:rPr lang="en-US" dirty="0" smtClean="0"/>
              <a:t> </a:t>
            </a:r>
            <a:r>
              <a:rPr lang="en-US" dirty="0" err="1" smtClean="0"/>
              <a:t>khối</a:t>
            </a:r>
            <a:r>
              <a:rPr lang="en-US" dirty="0" smtClean="0"/>
              <a:t> </a:t>
            </a:r>
            <a:r>
              <a:rPr lang="en-US" dirty="0" err="1" smtClean="0"/>
              <a:t>có</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cho</a:t>
            </a:r>
            <a:r>
              <a:rPr lang="en-US" dirty="0" smtClean="0"/>
              <a:t> </a:t>
            </a:r>
            <a:r>
              <a:rPr lang="en-US" dirty="0" err="1" smtClean="0"/>
              <a:t>quá</a:t>
            </a:r>
            <a:r>
              <a:rPr lang="en-US" dirty="0" smtClean="0"/>
              <a:t> </a:t>
            </a:r>
            <a:r>
              <a:rPr lang="en-US" dirty="0" err="1" smtClean="0"/>
              <a:t>trình</a:t>
            </a:r>
            <a:r>
              <a:rPr lang="en-US" dirty="0" smtClean="0"/>
              <a:t> </a:t>
            </a:r>
            <a:r>
              <a:rPr lang="en-US" dirty="0" err="1" smtClean="0"/>
              <a:t>lấy</a:t>
            </a:r>
            <a:r>
              <a:rPr lang="en-US" dirty="0" smtClean="0"/>
              <a:t> </a:t>
            </a:r>
            <a:r>
              <a:rPr lang="en-US" dirty="0" err="1" smtClean="0"/>
              <a:t>mẫu</a:t>
            </a:r>
            <a:r>
              <a:rPr lang="en-US" dirty="0" smtClean="0"/>
              <a:t> </a:t>
            </a:r>
            <a:r>
              <a:rPr lang="en-US" dirty="0" err="1" smtClean="0"/>
              <a:t>xuống</a:t>
            </a:r>
            <a:r>
              <a:rPr lang="en-US" dirty="0" smtClean="0"/>
              <a:t> hay </a:t>
            </a:r>
            <a:r>
              <a:rPr lang="en-US" dirty="0" err="1" smtClean="0"/>
              <a:t>không</a:t>
            </a:r>
            <a:endParaRPr lang="en-US" dirty="0"/>
          </a:p>
        </p:txBody>
      </p:sp>
      <p:pic>
        <p:nvPicPr>
          <p:cNvPr id="4" name="Picture 3"/>
          <p:cNvPicPr>
            <a:picLocks noChangeAspect="1"/>
          </p:cNvPicPr>
          <p:nvPr/>
        </p:nvPicPr>
        <p:blipFill>
          <a:blip r:embed="rId2"/>
          <a:stretch>
            <a:fillRect/>
          </a:stretch>
        </p:blipFill>
        <p:spPr>
          <a:xfrm>
            <a:off x="6793230" y="2108201"/>
            <a:ext cx="4362450" cy="3524250"/>
          </a:xfrm>
          <a:prstGeom prst="rect">
            <a:avLst/>
          </a:prstGeom>
        </p:spPr>
      </p:pic>
    </p:spTree>
    <p:extLst>
      <p:ext uri="{BB962C8B-B14F-4D97-AF65-F5344CB8AC3E}">
        <p14:creationId xmlns:p14="http://schemas.microsoft.com/office/powerpoint/2010/main" val="4441818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a:t>
            </a:r>
            <a:r>
              <a:rPr lang="en-US" dirty="0" err="1"/>
              <a:t>Thuật</a:t>
            </a:r>
            <a:r>
              <a:rPr lang="en-US" dirty="0"/>
              <a:t> </a:t>
            </a:r>
            <a:r>
              <a:rPr lang="en-US" dirty="0" err="1"/>
              <a:t>toán</a:t>
            </a:r>
            <a:r>
              <a:rPr lang="en-US" dirty="0"/>
              <a:t> </a:t>
            </a:r>
            <a:r>
              <a:rPr lang="en-US" dirty="0" err="1"/>
              <a:t>bài</a:t>
            </a:r>
            <a:r>
              <a:rPr lang="en-US" dirty="0"/>
              <a:t> </a:t>
            </a:r>
            <a:r>
              <a:rPr lang="en-US" dirty="0" err="1"/>
              <a:t>toán</a:t>
            </a:r>
            <a:endParaRPr lang="en-US" dirty="0"/>
          </a:p>
        </p:txBody>
      </p:sp>
      <p:sp>
        <p:nvSpPr>
          <p:cNvPr id="3" name="Content Placeholder 2"/>
          <p:cNvSpPr>
            <a:spLocks noGrp="1"/>
          </p:cNvSpPr>
          <p:nvPr>
            <p:ph idx="1"/>
          </p:nvPr>
        </p:nvSpPr>
        <p:spPr/>
        <p:txBody>
          <a:bodyPr>
            <a:normAutofit lnSpcReduction="10000"/>
          </a:bodyPr>
          <a:lstStyle/>
          <a:p>
            <a:r>
              <a:rPr lang="en-US" dirty="0"/>
              <a:t>3. </a:t>
            </a:r>
            <a:r>
              <a:rPr lang="en-US" dirty="0" err="1"/>
              <a:t>Ứng</a:t>
            </a:r>
            <a:r>
              <a:rPr lang="en-US" dirty="0"/>
              <a:t> </a:t>
            </a:r>
            <a:r>
              <a:rPr lang="en-US" dirty="0" err="1"/>
              <a:t>dụng</a:t>
            </a:r>
            <a:r>
              <a:rPr lang="en-US" dirty="0"/>
              <a:t> </a:t>
            </a:r>
            <a:r>
              <a:rPr lang="en-US" dirty="0" err="1"/>
              <a:t>mạng</a:t>
            </a:r>
            <a:r>
              <a:rPr lang="en-US" dirty="0"/>
              <a:t> MobileNetV2 </a:t>
            </a:r>
            <a:r>
              <a:rPr lang="en-US" dirty="0" err="1"/>
              <a:t>vào</a:t>
            </a:r>
            <a:r>
              <a:rPr lang="en-US" dirty="0"/>
              <a:t> </a:t>
            </a:r>
            <a:r>
              <a:rPr lang="en-US" dirty="0" err="1"/>
              <a:t>bài</a:t>
            </a:r>
            <a:r>
              <a:rPr lang="en-US" dirty="0"/>
              <a:t> </a:t>
            </a:r>
            <a:r>
              <a:rPr lang="en-US" dirty="0" err="1"/>
              <a:t>toán</a:t>
            </a:r>
            <a:r>
              <a:rPr lang="en-US" dirty="0"/>
              <a:t> </a:t>
            </a:r>
            <a:r>
              <a:rPr lang="en-US" dirty="0" err="1"/>
              <a:t>nhận</a:t>
            </a:r>
            <a:r>
              <a:rPr lang="en-US" dirty="0"/>
              <a:t> </a:t>
            </a:r>
            <a:r>
              <a:rPr lang="en-US" dirty="0" err="1"/>
              <a:t>diện</a:t>
            </a:r>
            <a:r>
              <a:rPr lang="en-US" dirty="0"/>
              <a:t> </a:t>
            </a:r>
            <a:r>
              <a:rPr lang="en-US" dirty="0" err="1"/>
              <a:t>khuôn</a:t>
            </a:r>
            <a:r>
              <a:rPr lang="en-US" dirty="0"/>
              <a:t> </a:t>
            </a:r>
            <a:r>
              <a:rPr lang="en-US" dirty="0" err="1"/>
              <a:t>mặt</a:t>
            </a:r>
            <a:r>
              <a:rPr lang="en-US" dirty="0"/>
              <a:t> </a:t>
            </a:r>
            <a:r>
              <a:rPr lang="en-US" dirty="0" err="1"/>
              <a:t>đeo</a:t>
            </a:r>
            <a:r>
              <a:rPr lang="en-US" dirty="0"/>
              <a:t> </a:t>
            </a:r>
            <a:r>
              <a:rPr lang="en-US" dirty="0" err="1"/>
              <a:t>khẩu</a:t>
            </a:r>
            <a:r>
              <a:rPr lang="en-US" dirty="0"/>
              <a:t> </a:t>
            </a:r>
            <a:r>
              <a:rPr lang="en-US" dirty="0" err="1"/>
              <a:t>trang</a:t>
            </a:r>
            <a:endParaRPr lang="en-US" dirty="0"/>
          </a:p>
          <a:p>
            <a:pPr>
              <a:buFont typeface="Courier New" panose="02070309020205020404" pitchFamily="49" charset="0"/>
              <a:buChar char="o"/>
            </a:pPr>
            <a:r>
              <a:rPr lang="en-US" dirty="0"/>
              <a:t> </a:t>
            </a:r>
            <a:r>
              <a:rPr lang="en-US" dirty="0" smtClean="0"/>
              <a:t>     Load 2 model: model </a:t>
            </a:r>
            <a:r>
              <a:rPr lang="en-US" dirty="0" err="1" smtClean="0"/>
              <a:t>nhận</a:t>
            </a:r>
            <a:r>
              <a:rPr lang="en-US" dirty="0" smtClean="0"/>
              <a:t> </a:t>
            </a:r>
            <a:r>
              <a:rPr lang="en-US" dirty="0" err="1" smtClean="0"/>
              <a:t>diện</a:t>
            </a:r>
            <a:r>
              <a:rPr lang="en-US" dirty="0" smtClean="0"/>
              <a:t> </a:t>
            </a:r>
            <a:r>
              <a:rPr lang="en-US" dirty="0" err="1" smtClean="0"/>
              <a:t>khuôn</a:t>
            </a:r>
            <a:r>
              <a:rPr lang="en-US" dirty="0" smtClean="0"/>
              <a:t> </a:t>
            </a:r>
            <a:r>
              <a:rPr lang="en-US" dirty="0" err="1" smtClean="0"/>
              <a:t>mặt</a:t>
            </a:r>
            <a:r>
              <a:rPr lang="en-US" dirty="0" smtClean="0"/>
              <a:t> </a:t>
            </a:r>
            <a:r>
              <a:rPr lang="en-US" dirty="0" err="1" smtClean="0"/>
              <a:t>và</a:t>
            </a:r>
            <a:r>
              <a:rPr lang="en-US" dirty="0" smtClean="0"/>
              <a:t> model </a:t>
            </a:r>
            <a:r>
              <a:rPr lang="en-US" dirty="0" err="1" smtClean="0"/>
              <a:t>để</a:t>
            </a:r>
            <a:r>
              <a:rPr lang="en-US" dirty="0" smtClean="0"/>
              <a:t> </a:t>
            </a:r>
            <a:r>
              <a:rPr lang="en-US" dirty="0" err="1" smtClean="0"/>
              <a:t>nhận</a:t>
            </a:r>
            <a:r>
              <a:rPr lang="en-US" dirty="0" smtClean="0"/>
              <a:t> </a:t>
            </a:r>
            <a:r>
              <a:rPr lang="en-US" dirty="0" err="1" smtClean="0"/>
              <a:t>diện</a:t>
            </a:r>
            <a:r>
              <a:rPr lang="en-US" dirty="0" smtClean="0"/>
              <a:t> </a:t>
            </a:r>
            <a:r>
              <a:rPr lang="en-US" dirty="0" err="1" smtClean="0"/>
              <a:t>khuôn</a:t>
            </a:r>
            <a:r>
              <a:rPr lang="en-US" dirty="0" smtClean="0"/>
              <a:t> </a:t>
            </a:r>
            <a:r>
              <a:rPr lang="en-US" dirty="0" err="1" smtClean="0"/>
              <a:t>mặt</a:t>
            </a:r>
            <a:r>
              <a:rPr lang="en-US" dirty="0" smtClean="0"/>
              <a:t> </a:t>
            </a:r>
            <a:r>
              <a:rPr lang="en-US" dirty="0" err="1" smtClean="0"/>
              <a:t>đó</a:t>
            </a:r>
            <a:r>
              <a:rPr lang="en-US" dirty="0" smtClean="0"/>
              <a:t> </a:t>
            </a:r>
            <a:r>
              <a:rPr lang="en-US" dirty="0" err="1" smtClean="0"/>
              <a:t>có</a:t>
            </a:r>
            <a:r>
              <a:rPr lang="en-US" dirty="0" smtClean="0"/>
              <a:t> </a:t>
            </a:r>
            <a:r>
              <a:rPr lang="en-US" dirty="0" err="1" smtClean="0"/>
              <a:t>đang</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hay </a:t>
            </a:r>
            <a:r>
              <a:rPr lang="en-US" dirty="0" err="1" smtClean="0"/>
              <a:t>không</a:t>
            </a:r>
            <a:endParaRPr lang="en-US" dirty="0" smtClean="0"/>
          </a:p>
          <a:p>
            <a:pPr>
              <a:buFont typeface="Courier New" panose="02070309020205020404" pitchFamily="49" charset="0"/>
              <a:buChar char="o"/>
            </a:pPr>
            <a:r>
              <a:rPr lang="en-US" dirty="0" smtClean="0"/>
              <a:t>      </a:t>
            </a:r>
            <a:r>
              <a:rPr lang="en-US" dirty="0" err="1" smtClean="0"/>
              <a:t>Xử</a:t>
            </a:r>
            <a:r>
              <a:rPr lang="en-US" dirty="0" smtClean="0"/>
              <a:t> </a:t>
            </a:r>
            <a:r>
              <a:rPr lang="en-US" dirty="0" err="1" smtClean="0"/>
              <a:t>lý</a:t>
            </a:r>
            <a:r>
              <a:rPr lang="en-US" dirty="0" smtClean="0"/>
              <a:t> frame video </a:t>
            </a:r>
            <a:r>
              <a:rPr lang="en-US" dirty="0" err="1" smtClean="0"/>
              <a:t>đầu</a:t>
            </a:r>
            <a:r>
              <a:rPr lang="en-US" dirty="0" smtClean="0"/>
              <a:t> </a:t>
            </a:r>
            <a:r>
              <a:rPr lang="en-US" dirty="0" err="1" smtClean="0"/>
              <a:t>vào</a:t>
            </a:r>
            <a:endParaRPr lang="en-US" dirty="0" smtClean="0"/>
          </a:p>
          <a:p>
            <a:pPr>
              <a:buFont typeface="Courier New" panose="02070309020205020404" pitchFamily="49" charset="0"/>
              <a:buChar char="o"/>
            </a:pPr>
            <a:r>
              <a:rPr lang="en-US" dirty="0" smtClean="0"/>
              <a:t>      </a:t>
            </a:r>
            <a:r>
              <a:rPr lang="en-US" dirty="0" err="1" smtClean="0"/>
              <a:t>Đưa</a:t>
            </a:r>
            <a:r>
              <a:rPr lang="en-US" dirty="0" smtClean="0"/>
              <a:t> </a:t>
            </a:r>
            <a:r>
              <a:rPr lang="en-US" dirty="0" err="1" smtClean="0"/>
              <a:t>các</a:t>
            </a:r>
            <a:r>
              <a:rPr lang="en-US" dirty="0" smtClean="0"/>
              <a:t> frame video </a:t>
            </a:r>
            <a:r>
              <a:rPr lang="en-US" dirty="0" err="1" smtClean="0"/>
              <a:t>đã</a:t>
            </a:r>
            <a:r>
              <a:rPr lang="en-US" dirty="0" smtClean="0"/>
              <a:t> </a:t>
            </a:r>
            <a:r>
              <a:rPr lang="en-US" dirty="0" err="1" smtClean="0"/>
              <a:t>xử</a:t>
            </a:r>
            <a:r>
              <a:rPr lang="en-US" dirty="0" smtClean="0"/>
              <a:t> </a:t>
            </a:r>
            <a:r>
              <a:rPr lang="en-US" dirty="0" err="1" smtClean="0"/>
              <a:t>lý</a:t>
            </a:r>
            <a:r>
              <a:rPr lang="en-US" dirty="0" smtClean="0"/>
              <a:t> </a:t>
            </a:r>
            <a:r>
              <a:rPr lang="en-US" dirty="0" err="1" smtClean="0"/>
              <a:t>vào</a:t>
            </a:r>
            <a:r>
              <a:rPr lang="en-US" dirty="0" smtClean="0"/>
              <a:t> model </a:t>
            </a:r>
            <a:r>
              <a:rPr lang="en-US" dirty="0" err="1" smtClean="0"/>
              <a:t>nhận</a:t>
            </a:r>
            <a:r>
              <a:rPr lang="en-US" dirty="0" smtClean="0"/>
              <a:t> </a:t>
            </a:r>
            <a:r>
              <a:rPr lang="en-US" dirty="0" err="1" smtClean="0"/>
              <a:t>diện</a:t>
            </a:r>
            <a:r>
              <a:rPr lang="en-US" dirty="0" smtClean="0"/>
              <a:t> </a:t>
            </a:r>
            <a:r>
              <a:rPr lang="en-US" dirty="0" err="1" smtClean="0"/>
              <a:t>khuôn</a:t>
            </a:r>
            <a:r>
              <a:rPr lang="en-US" dirty="0" smtClean="0"/>
              <a:t> </a:t>
            </a:r>
            <a:r>
              <a:rPr lang="en-US" dirty="0" err="1" smtClean="0"/>
              <a:t>mặt</a:t>
            </a:r>
            <a:endParaRPr lang="en-US" dirty="0" smtClean="0"/>
          </a:p>
          <a:p>
            <a:pPr>
              <a:buFont typeface="Courier New" panose="02070309020205020404" pitchFamily="49" charset="0"/>
              <a:buChar char="o"/>
            </a:pPr>
            <a:r>
              <a:rPr lang="en-US" dirty="0" smtClean="0"/>
              <a:t>      </a:t>
            </a:r>
            <a:r>
              <a:rPr lang="en-US" dirty="0" err="1" smtClean="0"/>
              <a:t>Sử</a:t>
            </a:r>
            <a:r>
              <a:rPr lang="en-US" dirty="0" smtClean="0"/>
              <a:t> </a:t>
            </a:r>
            <a:r>
              <a:rPr lang="en-US" dirty="0" err="1" smtClean="0"/>
              <a:t>dụng</a:t>
            </a:r>
            <a:r>
              <a:rPr lang="en-US" dirty="0" smtClean="0"/>
              <a:t>  </a:t>
            </a:r>
            <a:r>
              <a:rPr lang="en-US" dirty="0" err="1" smtClean="0"/>
              <a:t>giá</a:t>
            </a:r>
            <a:r>
              <a:rPr lang="en-US" dirty="0" smtClean="0"/>
              <a:t> </a:t>
            </a:r>
            <a:r>
              <a:rPr lang="en-US" dirty="0" err="1" smtClean="0"/>
              <a:t>trị</a:t>
            </a:r>
            <a:r>
              <a:rPr lang="en-US" dirty="0" smtClean="0"/>
              <a:t> </a:t>
            </a:r>
            <a:r>
              <a:rPr lang="en-US" dirty="0" err="1" smtClean="0"/>
              <a:t>vị</a:t>
            </a:r>
            <a:r>
              <a:rPr lang="en-US" dirty="0" smtClean="0"/>
              <a:t> </a:t>
            </a:r>
            <a:r>
              <a:rPr lang="en-US" dirty="0" err="1" smtClean="0"/>
              <a:t>trí</a:t>
            </a:r>
            <a:r>
              <a:rPr lang="en-US" dirty="0" smtClean="0"/>
              <a:t> </a:t>
            </a:r>
            <a:r>
              <a:rPr lang="en-US" dirty="0" err="1" smtClean="0"/>
              <a:t>của</a:t>
            </a:r>
            <a:r>
              <a:rPr lang="en-US" dirty="0" smtClean="0"/>
              <a:t> model </a:t>
            </a:r>
            <a:r>
              <a:rPr lang="en-US" dirty="0" err="1" smtClean="0"/>
              <a:t>nhận</a:t>
            </a:r>
            <a:r>
              <a:rPr lang="en-US" dirty="0" smtClean="0"/>
              <a:t> </a:t>
            </a:r>
            <a:r>
              <a:rPr lang="en-US" dirty="0" err="1" smtClean="0"/>
              <a:t>diện</a:t>
            </a:r>
            <a:r>
              <a:rPr lang="en-US" dirty="0" smtClean="0"/>
              <a:t> </a:t>
            </a:r>
            <a:r>
              <a:rPr lang="en-US" dirty="0" err="1" smtClean="0"/>
              <a:t>khuôn</a:t>
            </a:r>
            <a:r>
              <a:rPr lang="en-US" dirty="0" smtClean="0"/>
              <a:t> </a:t>
            </a:r>
            <a:r>
              <a:rPr lang="en-US" dirty="0" err="1" smtClean="0"/>
              <a:t>mặt</a:t>
            </a:r>
            <a:r>
              <a:rPr lang="en-US" dirty="0" smtClean="0"/>
              <a:t> </a:t>
            </a:r>
            <a:r>
              <a:rPr lang="en-US" dirty="0" err="1" smtClean="0"/>
              <a:t>trả</a:t>
            </a:r>
            <a:r>
              <a:rPr lang="en-US" dirty="0" smtClean="0"/>
              <a:t> </a:t>
            </a:r>
            <a:r>
              <a:rPr lang="en-US" dirty="0" err="1" smtClean="0"/>
              <a:t>về</a:t>
            </a:r>
            <a:r>
              <a:rPr lang="en-US" dirty="0" smtClean="0"/>
              <a:t> </a:t>
            </a:r>
            <a:r>
              <a:rPr lang="en-US" dirty="0" err="1" smtClean="0"/>
              <a:t>để</a:t>
            </a:r>
            <a:r>
              <a:rPr lang="en-US" dirty="0" smtClean="0"/>
              <a:t> </a:t>
            </a:r>
            <a:r>
              <a:rPr lang="en-US" dirty="0" err="1" smtClean="0"/>
              <a:t>vẽ</a:t>
            </a:r>
            <a:r>
              <a:rPr lang="en-US" dirty="0" smtClean="0"/>
              <a:t> bounding box </a:t>
            </a:r>
            <a:r>
              <a:rPr lang="en-US" dirty="0" err="1" smtClean="0"/>
              <a:t>và</a:t>
            </a:r>
            <a:r>
              <a:rPr lang="en-US" dirty="0" smtClean="0"/>
              <a:t> </a:t>
            </a:r>
            <a:r>
              <a:rPr lang="en-US" dirty="0" err="1" smtClean="0"/>
              <a:t>làm</a:t>
            </a:r>
            <a:r>
              <a:rPr lang="en-US" dirty="0" smtClean="0"/>
              <a:t> </a:t>
            </a:r>
            <a:r>
              <a:rPr lang="en-US" dirty="0" err="1" smtClean="0"/>
              <a:t>ảnh</a:t>
            </a:r>
            <a:r>
              <a:rPr lang="en-US" dirty="0" smtClean="0"/>
              <a:t> </a:t>
            </a:r>
            <a:r>
              <a:rPr lang="en-US" dirty="0" err="1" smtClean="0"/>
              <a:t>ngõ</a:t>
            </a:r>
            <a:r>
              <a:rPr lang="en-US" dirty="0" smtClean="0"/>
              <a:t> </a:t>
            </a:r>
            <a:r>
              <a:rPr lang="en-US" dirty="0" err="1" smtClean="0"/>
              <a:t>vào</a:t>
            </a:r>
            <a:r>
              <a:rPr lang="en-US" dirty="0" smtClean="0"/>
              <a:t> </a:t>
            </a:r>
            <a:r>
              <a:rPr lang="en-US" dirty="0" err="1" smtClean="0"/>
              <a:t>cho</a:t>
            </a:r>
            <a:r>
              <a:rPr lang="en-US" dirty="0" smtClean="0"/>
              <a:t> model </a:t>
            </a:r>
            <a:r>
              <a:rPr lang="en-US" dirty="0" err="1" smtClean="0"/>
              <a:t>nhận</a:t>
            </a:r>
            <a:r>
              <a:rPr lang="en-US" dirty="0" smtClean="0"/>
              <a:t> </a:t>
            </a:r>
            <a:r>
              <a:rPr lang="en-US" dirty="0" err="1" smtClean="0"/>
              <a:t>diện</a:t>
            </a:r>
            <a:r>
              <a:rPr lang="en-US" dirty="0" smtClean="0"/>
              <a:t> </a:t>
            </a:r>
            <a:r>
              <a:rPr lang="en-US" dirty="0" err="1" smtClean="0"/>
              <a:t>khuôn</a:t>
            </a:r>
            <a:r>
              <a:rPr lang="en-US" dirty="0" smtClean="0"/>
              <a:t> </a:t>
            </a:r>
            <a:r>
              <a:rPr lang="en-US" dirty="0" err="1" smtClean="0"/>
              <a:t>mặt</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a:t>
            </a:r>
          </a:p>
          <a:p>
            <a:pPr>
              <a:buFont typeface="Courier New" panose="02070309020205020404" pitchFamily="49" charset="0"/>
              <a:buChar char="o"/>
            </a:pPr>
            <a:r>
              <a:rPr lang="en-US" dirty="0" smtClean="0"/>
              <a:t>      </a:t>
            </a:r>
            <a:r>
              <a:rPr lang="en-US" dirty="0" err="1" smtClean="0"/>
              <a:t>Hiển</a:t>
            </a:r>
            <a:r>
              <a:rPr lang="en-US" dirty="0" smtClean="0"/>
              <a:t> </a:t>
            </a:r>
            <a:r>
              <a:rPr lang="en-US" dirty="0" err="1" smtClean="0"/>
              <a:t>thị</a:t>
            </a:r>
            <a:r>
              <a:rPr lang="en-US" dirty="0" smtClean="0"/>
              <a:t> </a:t>
            </a:r>
            <a:r>
              <a:rPr lang="en-US" dirty="0" err="1" smtClean="0"/>
              <a:t>giá</a:t>
            </a:r>
            <a:r>
              <a:rPr lang="en-US" dirty="0" smtClean="0"/>
              <a:t> </a:t>
            </a:r>
            <a:r>
              <a:rPr lang="en-US" dirty="0" err="1" smtClean="0"/>
              <a:t>trị</a:t>
            </a:r>
            <a:r>
              <a:rPr lang="en-US" dirty="0" smtClean="0"/>
              <a:t> </a:t>
            </a:r>
            <a:r>
              <a:rPr lang="en-US" dirty="0" err="1" smtClean="0"/>
              <a:t>dự</a:t>
            </a:r>
            <a:r>
              <a:rPr lang="en-US" dirty="0" smtClean="0"/>
              <a:t> </a:t>
            </a:r>
            <a:r>
              <a:rPr lang="en-US" dirty="0" err="1" smtClean="0"/>
              <a:t>đoán</a:t>
            </a:r>
            <a:r>
              <a:rPr lang="en-US" dirty="0" smtClean="0"/>
              <a:t> </a:t>
            </a:r>
            <a:r>
              <a:rPr lang="en-US" dirty="0" err="1" smtClean="0"/>
              <a:t>của</a:t>
            </a:r>
            <a:r>
              <a:rPr lang="en-US" dirty="0" smtClean="0"/>
              <a:t> model </a:t>
            </a:r>
            <a:r>
              <a:rPr lang="en-US" dirty="0" err="1" smtClean="0"/>
              <a:t>nhận</a:t>
            </a:r>
            <a:r>
              <a:rPr lang="en-US" dirty="0" smtClean="0"/>
              <a:t> </a:t>
            </a:r>
            <a:r>
              <a:rPr lang="en-US" dirty="0" err="1" smtClean="0"/>
              <a:t>diện</a:t>
            </a:r>
            <a:r>
              <a:rPr lang="en-US" dirty="0" smtClean="0"/>
              <a:t> </a:t>
            </a:r>
            <a:r>
              <a:rPr lang="en-US" dirty="0" err="1" smtClean="0"/>
              <a:t>khuôn</a:t>
            </a:r>
            <a:r>
              <a:rPr lang="en-US" dirty="0" smtClean="0"/>
              <a:t> </a:t>
            </a:r>
            <a:r>
              <a:rPr lang="en-US" dirty="0" err="1" smtClean="0"/>
              <a:t>mặt</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a:t>
            </a:r>
            <a:r>
              <a:rPr lang="en-US" dirty="0" err="1" smtClean="0"/>
              <a:t>với</a:t>
            </a:r>
            <a:r>
              <a:rPr lang="en-US" dirty="0" smtClean="0"/>
              <a:t> </a:t>
            </a:r>
            <a:r>
              <a:rPr lang="en-US" dirty="0" err="1" smtClean="0"/>
              <a:t>xác</a:t>
            </a:r>
            <a:r>
              <a:rPr lang="en-US" dirty="0" smtClean="0"/>
              <a:t> </a:t>
            </a:r>
            <a:r>
              <a:rPr lang="en-US" dirty="0" err="1" smtClean="0"/>
              <a:t>suất</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của</a:t>
            </a:r>
            <a:r>
              <a:rPr lang="en-US" dirty="0" smtClean="0"/>
              <a:t> </a:t>
            </a:r>
            <a:r>
              <a:rPr lang="en-US" dirty="0" err="1" smtClean="0"/>
              <a:t>dự</a:t>
            </a:r>
            <a:r>
              <a:rPr lang="en-US" dirty="0" smtClean="0"/>
              <a:t> </a:t>
            </a:r>
            <a:r>
              <a:rPr lang="en-US" dirty="0" err="1" smtClean="0"/>
              <a:t>đoán</a:t>
            </a:r>
            <a:r>
              <a:rPr lang="en-US" dirty="0" smtClean="0"/>
              <a:t> </a:t>
            </a:r>
            <a:r>
              <a:rPr lang="en-US" dirty="0" err="1" smtClean="0"/>
              <a:t>đó</a:t>
            </a:r>
            <a:r>
              <a:rPr lang="en-US" dirty="0" smtClean="0"/>
              <a:t> </a:t>
            </a:r>
            <a:endParaRPr lang="en-US" dirty="0"/>
          </a:p>
        </p:txBody>
      </p:sp>
    </p:spTree>
    <p:extLst>
      <p:ext uri="{BB962C8B-B14F-4D97-AF65-F5344CB8AC3E}">
        <p14:creationId xmlns:p14="http://schemas.microsoft.com/office/powerpoint/2010/main" val="37142439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III. </a:t>
            </a:r>
            <a:r>
              <a:rPr lang="en-US" dirty="0" err="1"/>
              <a:t>Thử</a:t>
            </a:r>
            <a:r>
              <a:rPr lang="en-US" dirty="0"/>
              <a:t> </a:t>
            </a:r>
            <a:r>
              <a:rPr lang="en-US" dirty="0" err="1"/>
              <a:t>nghiệm</a:t>
            </a:r>
            <a:endParaRPr lang="en-US" dirty="0"/>
          </a:p>
        </p:txBody>
      </p:sp>
      <p:sp>
        <p:nvSpPr>
          <p:cNvPr id="3" name="Content Placeholder 2"/>
          <p:cNvSpPr>
            <a:spLocks noGrp="1"/>
          </p:cNvSpPr>
          <p:nvPr>
            <p:ph idx="1"/>
          </p:nvPr>
        </p:nvSpPr>
        <p:spPr/>
        <p:txBody>
          <a:bodyPr/>
          <a:lstStyle/>
          <a:p>
            <a:r>
              <a:rPr lang="en-US" dirty="0"/>
              <a:t>1. </a:t>
            </a:r>
            <a:r>
              <a:rPr lang="en-US" dirty="0" err="1"/>
              <a:t>Huấn</a:t>
            </a:r>
            <a:r>
              <a:rPr lang="en-US" dirty="0"/>
              <a:t> </a:t>
            </a:r>
            <a:r>
              <a:rPr lang="en-US" dirty="0" err="1"/>
              <a:t>luyện</a:t>
            </a:r>
            <a:r>
              <a:rPr lang="en-US" dirty="0"/>
              <a:t> </a:t>
            </a:r>
            <a:r>
              <a:rPr lang="en-US" dirty="0" smtClean="0"/>
              <a:t>model</a:t>
            </a:r>
          </a:p>
          <a:p>
            <a:endParaRPr lang="en-US" dirty="0"/>
          </a:p>
        </p:txBody>
      </p:sp>
      <p:pic>
        <p:nvPicPr>
          <p:cNvPr id="7" name="Picture 6"/>
          <p:cNvPicPr>
            <a:picLocks noChangeAspect="1"/>
          </p:cNvPicPr>
          <p:nvPr/>
        </p:nvPicPr>
        <p:blipFill>
          <a:blip r:embed="rId2"/>
          <a:stretch>
            <a:fillRect/>
          </a:stretch>
        </p:blipFill>
        <p:spPr>
          <a:xfrm>
            <a:off x="1097281" y="2517458"/>
            <a:ext cx="10058400" cy="3722476"/>
          </a:xfrm>
          <a:prstGeom prst="rect">
            <a:avLst/>
          </a:prstGeom>
        </p:spPr>
      </p:pic>
    </p:spTree>
    <p:extLst>
      <p:ext uri="{BB962C8B-B14F-4D97-AF65-F5344CB8AC3E}">
        <p14:creationId xmlns:p14="http://schemas.microsoft.com/office/powerpoint/2010/main" val="38350386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III. </a:t>
            </a:r>
            <a:r>
              <a:rPr lang="en-US" dirty="0" err="1"/>
              <a:t>Thử</a:t>
            </a:r>
            <a:r>
              <a:rPr lang="en-US" dirty="0"/>
              <a:t> </a:t>
            </a:r>
            <a:r>
              <a:rPr lang="en-US" dirty="0" err="1"/>
              <a:t>nghiệm</a:t>
            </a:r>
            <a:endParaRPr lang="en-US" dirty="0"/>
          </a:p>
        </p:txBody>
      </p:sp>
      <p:pic>
        <p:nvPicPr>
          <p:cNvPr id="8" name="Content Placeholder 7"/>
          <p:cNvPicPr>
            <a:picLocks noGrp="1" noChangeAspect="1"/>
          </p:cNvPicPr>
          <p:nvPr>
            <p:ph idx="1"/>
          </p:nvPr>
        </p:nvPicPr>
        <p:blipFill>
          <a:blip r:embed="rId2"/>
          <a:stretch>
            <a:fillRect/>
          </a:stretch>
        </p:blipFill>
        <p:spPr>
          <a:xfrm>
            <a:off x="1097280" y="2055948"/>
            <a:ext cx="10058400" cy="4070531"/>
          </a:xfrm>
          <a:prstGeom prst="rect">
            <a:avLst/>
          </a:prstGeom>
        </p:spPr>
      </p:pic>
    </p:spTree>
    <p:extLst>
      <p:ext uri="{BB962C8B-B14F-4D97-AF65-F5344CB8AC3E}">
        <p14:creationId xmlns:p14="http://schemas.microsoft.com/office/powerpoint/2010/main" val="36324203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III. </a:t>
            </a:r>
            <a:r>
              <a:rPr lang="en-US" dirty="0" err="1"/>
              <a:t>Thử</a:t>
            </a:r>
            <a:r>
              <a:rPr lang="en-US" dirty="0"/>
              <a:t> </a:t>
            </a:r>
            <a:r>
              <a:rPr lang="en-US" dirty="0" err="1"/>
              <a:t>nghiệm</a:t>
            </a:r>
            <a:endParaRPr lang="en-US" dirty="0"/>
          </a:p>
        </p:txBody>
      </p:sp>
      <p:pic>
        <p:nvPicPr>
          <p:cNvPr id="4" name="Content Placeholder 3"/>
          <p:cNvPicPr>
            <a:picLocks noGrp="1" noChangeAspect="1"/>
          </p:cNvPicPr>
          <p:nvPr>
            <p:ph idx="1"/>
          </p:nvPr>
        </p:nvPicPr>
        <p:blipFill>
          <a:blip r:embed="rId2"/>
          <a:stretch>
            <a:fillRect/>
          </a:stretch>
        </p:blipFill>
        <p:spPr>
          <a:xfrm>
            <a:off x="1196975" y="2450306"/>
            <a:ext cx="9858375" cy="3076575"/>
          </a:xfrm>
          <a:prstGeom prst="rect">
            <a:avLst/>
          </a:prstGeom>
        </p:spPr>
      </p:pic>
    </p:spTree>
    <p:extLst>
      <p:ext uri="{BB962C8B-B14F-4D97-AF65-F5344CB8AC3E}">
        <p14:creationId xmlns:p14="http://schemas.microsoft.com/office/powerpoint/2010/main" val="30350282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III. </a:t>
            </a:r>
            <a:r>
              <a:rPr lang="en-US" dirty="0" err="1"/>
              <a:t>Thử</a:t>
            </a:r>
            <a:r>
              <a:rPr lang="en-US" dirty="0"/>
              <a:t> </a:t>
            </a:r>
            <a:r>
              <a:rPr lang="en-US" dirty="0" err="1"/>
              <a:t>nghiệm</a:t>
            </a:r>
            <a:endParaRPr lang="en-US" dirty="0"/>
          </a:p>
        </p:txBody>
      </p:sp>
      <p:pic>
        <p:nvPicPr>
          <p:cNvPr id="4" name="Content Placeholder 3"/>
          <p:cNvPicPr>
            <a:picLocks noGrp="1" noChangeAspect="1"/>
          </p:cNvPicPr>
          <p:nvPr>
            <p:ph idx="1"/>
          </p:nvPr>
        </p:nvPicPr>
        <p:blipFill>
          <a:blip r:embed="rId2"/>
          <a:stretch>
            <a:fillRect/>
          </a:stretch>
        </p:blipFill>
        <p:spPr>
          <a:xfrm>
            <a:off x="1097279" y="2003696"/>
            <a:ext cx="10058401" cy="4132852"/>
          </a:xfrm>
          <a:prstGeom prst="rect">
            <a:avLst/>
          </a:prstGeom>
        </p:spPr>
      </p:pic>
    </p:spTree>
    <p:extLst>
      <p:ext uri="{BB962C8B-B14F-4D97-AF65-F5344CB8AC3E}">
        <p14:creationId xmlns:p14="http://schemas.microsoft.com/office/powerpoint/2010/main" val="28753606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III. </a:t>
            </a:r>
            <a:r>
              <a:rPr lang="en-US" dirty="0" err="1"/>
              <a:t>Thử</a:t>
            </a:r>
            <a:r>
              <a:rPr lang="en-US" dirty="0"/>
              <a:t> </a:t>
            </a:r>
            <a:r>
              <a:rPr lang="en-US" dirty="0" err="1"/>
              <a:t>nghiệm</a:t>
            </a:r>
            <a:endParaRPr lang="en-US" dirty="0"/>
          </a:p>
        </p:txBody>
      </p:sp>
      <p:sp>
        <p:nvSpPr>
          <p:cNvPr id="3" name="Content Placeholder 2"/>
          <p:cNvSpPr>
            <a:spLocks noGrp="1"/>
          </p:cNvSpPr>
          <p:nvPr>
            <p:ph idx="1"/>
          </p:nvPr>
        </p:nvSpPr>
        <p:spPr/>
        <p:txBody>
          <a:bodyPr/>
          <a:lstStyle/>
          <a:p>
            <a:r>
              <a:rPr lang="en-US" dirty="0"/>
              <a:t>2</a:t>
            </a:r>
            <a:r>
              <a:rPr lang="en-US" dirty="0" smtClean="0"/>
              <a:t>. </a:t>
            </a:r>
            <a:r>
              <a:rPr lang="en-US" dirty="0" err="1" smtClean="0"/>
              <a:t>Vẽ</a:t>
            </a:r>
            <a:r>
              <a:rPr lang="en-US" dirty="0" smtClean="0"/>
              <a:t> </a:t>
            </a:r>
            <a:r>
              <a:rPr lang="en-US" dirty="0" err="1" smtClean="0"/>
              <a:t>biểu</a:t>
            </a:r>
            <a:r>
              <a:rPr lang="en-US" dirty="0" smtClean="0"/>
              <a:t> </a:t>
            </a:r>
            <a:r>
              <a:rPr lang="en-US" dirty="0" err="1" smtClean="0"/>
              <a:t>đồ</a:t>
            </a:r>
            <a:r>
              <a:rPr lang="en-US" dirty="0" smtClean="0"/>
              <a:t> </a:t>
            </a:r>
            <a:r>
              <a:rPr lang="en-US" dirty="0" err="1" smtClean="0"/>
              <a:t>theo</a:t>
            </a:r>
            <a:r>
              <a:rPr lang="en-US" dirty="0" smtClean="0"/>
              <a:t> </a:t>
            </a:r>
            <a:r>
              <a:rPr lang="en-US" dirty="0" err="1" smtClean="0"/>
              <a:t>giá</a:t>
            </a:r>
            <a:r>
              <a:rPr lang="en-US" dirty="0" smtClean="0"/>
              <a:t> </a:t>
            </a:r>
            <a:r>
              <a:rPr lang="en-US" dirty="0" err="1" smtClean="0"/>
              <a:t>trị</a:t>
            </a:r>
            <a:r>
              <a:rPr lang="en-US" dirty="0" smtClean="0"/>
              <a:t> loss </a:t>
            </a:r>
            <a:r>
              <a:rPr lang="en-US" dirty="0" err="1" smtClean="0"/>
              <a:t>và</a:t>
            </a:r>
            <a:r>
              <a:rPr lang="en-US" dirty="0" smtClean="0"/>
              <a:t> accuracy </a:t>
            </a:r>
            <a:r>
              <a:rPr lang="en-US" dirty="0" err="1" smtClean="0"/>
              <a:t>đánh</a:t>
            </a:r>
            <a:r>
              <a:rPr lang="en-US" dirty="0" smtClean="0"/>
              <a:t> </a:t>
            </a:r>
            <a:r>
              <a:rPr lang="en-US" dirty="0" err="1" smtClean="0"/>
              <a:t>giá</a:t>
            </a:r>
            <a:r>
              <a:rPr lang="en-US" dirty="0" smtClean="0"/>
              <a:t> </a:t>
            </a:r>
            <a:r>
              <a:rPr lang="en-US" dirty="0" err="1" smtClean="0"/>
              <a:t>dự</a:t>
            </a:r>
            <a:r>
              <a:rPr lang="en-US" dirty="0" smtClean="0"/>
              <a:t> </a:t>
            </a:r>
            <a:r>
              <a:rPr lang="en-US" dirty="0" err="1" smtClean="0"/>
              <a:t>đoán</a:t>
            </a:r>
            <a:r>
              <a:rPr lang="en-US" dirty="0" smtClean="0"/>
              <a:t> </a:t>
            </a:r>
            <a:r>
              <a:rPr lang="en-US" dirty="0" err="1" smtClean="0"/>
              <a:t>của</a:t>
            </a:r>
            <a:r>
              <a:rPr lang="en-US" dirty="0" smtClean="0"/>
              <a:t> model </a:t>
            </a:r>
            <a:r>
              <a:rPr lang="en-US" dirty="0" err="1" smtClean="0"/>
              <a:t>trên</a:t>
            </a:r>
            <a:r>
              <a:rPr lang="en-US" dirty="0" smtClean="0"/>
              <a:t> </a:t>
            </a:r>
            <a:r>
              <a:rPr lang="en-US" dirty="0" err="1" smtClean="0"/>
              <a:t>tập</a:t>
            </a:r>
            <a:r>
              <a:rPr lang="en-US" dirty="0" smtClean="0"/>
              <a:t> test </a:t>
            </a:r>
            <a:r>
              <a:rPr lang="en-US" dirty="0" err="1" smtClean="0"/>
              <a:t>bằng</a:t>
            </a:r>
            <a:r>
              <a:rPr lang="en-US" dirty="0" smtClean="0"/>
              <a:t> plot</a:t>
            </a:r>
          </a:p>
          <a:p>
            <a:endParaRPr lang="en-US" dirty="0"/>
          </a:p>
        </p:txBody>
      </p:sp>
      <p:pic>
        <p:nvPicPr>
          <p:cNvPr id="5" name="Picture 4"/>
          <p:cNvPicPr>
            <a:picLocks noChangeAspect="1"/>
          </p:cNvPicPr>
          <p:nvPr/>
        </p:nvPicPr>
        <p:blipFill>
          <a:blip r:embed="rId2"/>
          <a:stretch>
            <a:fillRect/>
          </a:stretch>
        </p:blipFill>
        <p:spPr>
          <a:xfrm>
            <a:off x="3077663" y="2567638"/>
            <a:ext cx="5810250" cy="3829050"/>
          </a:xfrm>
          <a:prstGeom prst="rect">
            <a:avLst/>
          </a:prstGeom>
        </p:spPr>
      </p:pic>
    </p:spTree>
    <p:extLst>
      <p:ext uri="{BB962C8B-B14F-4D97-AF65-F5344CB8AC3E}">
        <p14:creationId xmlns:p14="http://schemas.microsoft.com/office/powerpoint/2010/main" val="31475664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III. </a:t>
            </a:r>
            <a:r>
              <a:rPr lang="en-US" dirty="0" err="1"/>
              <a:t>Thử</a:t>
            </a:r>
            <a:r>
              <a:rPr lang="en-US" dirty="0"/>
              <a:t> </a:t>
            </a:r>
            <a:r>
              <a:rPr lang="en-US" dirty="0" err="1"/>
              <a:t>nghiệm</a:t>
            </a:r>
            <a:endParaRPr lang="en-US" dirty="0"/>
          </a:p>
        </p:txBody>
      </p:sp>
      <p:sp>
        <p:nvSpPr>
          <p:cNvPr id="3" name="Content Placeholder 2"/>
          <p:cNvSpPr>
            <a:spLocks noGrp="1"/>
          </p:cNvSpPr>
          <p:nvPr>
            <p:ph idx="1"/>
          </p:nvPr>
        </p:nvSpPr>
        <p:spPr/>
        <p:txBody>
          <a:bodyPr/>
          <a:lstStyle/>
          <a:p>
            <a:r>
              <a:rPr lang="en-US" dirty="0"/>
              <a:t>3</a:t>
            </a:r>
            <a:r>
              <a:rPr lang="en-US" dirty="0" smtClean="0"/>
              <a:t>. </a:t>
            </a:r>
            <a:r>
              <a:rPr lang="en-US" dirty="0" err="1"/>
              <a:t>Áp</a:t>
            </a:r>
            <a:r>
              <a:rPr lang="en-US" dirty="0"/>
              <a:t> </a:t>
            </a:r>
            <a:r>
              <a:rPr lang="en-US" dirty="0" err="1"/>
              <a:t>dụng</a:t>
            </a:r>
            <a:r>
              <a:rPr lang="en-US" dirty="0"/>
              <a:t> </a:t>
            </a:r>
            <a:r>
              <a:rPr lang="en-US" dirty="0" smtClean="0"/>
              <a:t>model</a:t>
            </a:r>
          </a:p>
          <a:p>
            <a:endParaRPr lang="en-US" dirty="0"/>
          </a:p>
        </p:txBody>
      </p:sp>
      <p:pic>
        <p:nvPicPr>
          <p:cNvPr id="4" name="Picture 3"/>
          <p:cNvPicPr>
            <a:picLocks noChangeAspect="1"/>
          </p:cNvPicPr>
          <p:nvPr/>
        </p:nvPicPr>
        <p:blipFill>
          <a:blip r:embed="rId2"/>
          <a:stretch>
            <a:fillRect/>
          </a:stretch>
        </p:blipFill>
        <p:spPr>
          <a:xfrm>
            <a:off x="1908129" y="2706792"/>
            <a:ext cx="3838575" cy="3162300"/>
          </a:xfrm>
          <a:prstGeom prst="rect">
            <a:avLst/>
          </a:prstGeom>
        </p:spPr>
      </p:pic>
      <p:pic>
        <p:nvPicPr>
          <p:cNvPr id="5" name="Picture 4"/>
          <p:cNvPicPr>
            <a:picLocks noChangeAspect="1"/>
          </p:cNvPicPr>
          <p:nvPr/>
        </p:nvPicPr>
        <p:blipFill>
          <a:blip r:embed="rId3"/>
          <a:stretch>
            <a:fillRect/>
          </a:stretch>
        </p:blipFill>
        <p:spPr>
          <a:xfrm>
            <a:off x="6319021" y="2706792"/>
            <a:ext cx="3838575" cy="3152775"/>
          </a:xfrm>
          <a:prstGeom prst="rect">
            <a:avLst/>
          </a:prstGeom>
        </p:spPr>
      </p:pic>
    </p:spTree>
    <p:extLst>
      <p:ext uri="{BB962C8B-B14F-4D97-AF65-F5344CB8AC3E}">
        <p14:creationId xmlns:p14="http://schemas.microsoft.com/office/powerpoint/2010/main" val="25113648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a:t>
            </a:r>
            <a:r>
              <a:rPr lang="en-US" dirty="0" err="1"/>
              <a:t>Kết</a:t>
            </a:r>
            <a:r>
              <a:rPr lang="en-US" dirty="0"/>
              <a:t> </a:t>
            </a:r>
            <a:r>
              <a:rPr lang="en-US" dirty="0" err="1" smtClean="0"/>
              <a:t>luận</a:t>
            </a:r>
            <a:endParaRPr lang="en-US" dirty="0"/>
          </a:p>
        </p:txBody>
      </p:sp>
      <p:sp>
        <p:nvSpPr>
          <p:cNvPr id="3" name="Content Placeholder 2"/>
          <p:cNvSpPr>
            <a:spLocks noGrp="1"/>
          </p:cNvSpPr>
          <p:nvPr>
            <p:ph idx="1"/>
          </p:nvPr>
        </p:nvSpPr>
        <p:spPr/>
        <p:txBody>
          <a:bodyPr/>
          <a:lstStyle/>
          <a:p>
            <a:r>
              <a:rPr lang="en-US" dirty="0" err="1" smtClean="0"/>
              <a:t>Em</a:t>
            </a:r>
            <a:r>
              <a:rPr lang="en-US" dirty="0" smtClean="0"/>
              <a:t> </a:t>
            </a:r>
            <a:r>
              <a:rPr lang="en-US" dirty="0" err="1" smtClean="0"/>
              <a:t>đã</a:t>
            </a:r>
            <a:r>
              <a:rPr lang="en-US" dirty="0" smtClean="0"/>
              <a:t> </a:t>
            </a:r>
            <a:r>
              <a:rPr lang="en-US" dirty="0" err="1" smtClean="0"/>
              <a:t>xây</a:t>
            </a:r>
            <a:r>
              <a:rPr lang="en-US" dirty="0" smtClean="0"/>
              <a:t> </a:t>
            </a:r>
            <a:r>
              <a:rPr lang="en-US" dirty="0" err="1" smtClean="0"/>
              <a:t>dựng</a:t>
            </a:r>
            <a:r>
              <a:rPr lang="en-US" dirty="0" smtClean="0"/>
              <a:t> </a:t>
            </a:r>
            <a:r>
              <a:rPr lang="en-US" dirty="0" err="1" smtClean="0"/>
              <a:t>thành</a:t>
            </a:r>
            <a:r>
              <a:rPr lang="en-US" dirty="0" smtClean="0"/>
              <a:t> </a:t>
            </a:r>
            <a:r>
              <a:rPr lang="en-US" dirty="0" err="1" smtClean="0"/>
              <a:t>công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phát</a:t>
            </a:r>
            <a:r>
              <a:rPr lang="en-US" dirty="0" smtClean="0"/>
              <a:t> </a:t>
            </a:r>
            <a:r>
              <a:rPr lang="en-US" dirty="0" err="1" smtClean="0"/>
              <a:t>hiện</a:t>
            </a:r>
            <a:r>
              <a:rPr lang="en-US" dirty="0" smtClean="0"/>
              <a:t> </a:t>
            </a:r>
            <a:r>
              <a:rPr lang="en-US" dirty="0" err="1" smtClean="0"/>
              <a:t>người</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a:t>
            </a:r>
            <a:r>
              <a:rPr lang="en-US" dirty="0" err="1" smtClean="0"/>
              <a:t>nhằm</a:t>
            </a:r>
            <a:r>
              <a:rPr lang="en-US" dirty="0" smtClean="0"/>
              <a:t> </a:t>
            </a:r>
            <a:r>
              <a:rPr lang="en-US" dirty="0" err="1" smtClean="0"/>
              <a:t>hỗ</a:t>
            </a:r>
            <a:r>
              <a:rPr lang="en-US" dirty="0" smtClean="0"/>
              <a:t> </a:t>
            </a:r>
            <a:r>
              <a:rPr lang="en-US" dirty="0" err="1" smtClean="0"/>
              <a:t>trợ</a:t>
            </a:r>
            <a:r>
              <a:rPr lang="en-US" dirty="0" smtClean="0"/>
              <a:t> </a:t>
            </a:r>
            <a:r>
              <a:rPr lang="en-US" dirty="0" err="1" smtClean="0"/>
              <a:t>công</a:t>
            </a:r>
            <a:r>
              <a:rPr lang="en-US" dirty="0" smtClean="0"/>
              <a:t> </a:t>
            </a:r>
            <a:r>
              <a:rPr lang="en-US" dirty="0" err="1" smtClean="0"/>
              <a:t>tác</a:t>
            </a:r>
            <a:r>
              <a:rPr lang="en-US" dirty="0" smtClean="0"/>
              <a:t> </a:t>
            </a:r>
            <a:r>
              <a:rPr lang="en-US" dirty="0" err="1" smtClean="0"/>
              <a:t>giám</a:t>
            </a:r>
            <a:r>
              <a:rPr lang="en-US" dirty="0" smtClean="0"/>
              <a:t> </a:t>
            </a:r>
            <a:r>
              <a:rPr lang="en-US" dirty="0" err="1" smtClean="0"/>
              <a:t>sát</a:t>
            </a:r>
            <a:r>
              <a:rPr lang="en-US" dirty="0" smtClean="0"/>
              <a:t> </a:t>
            </a:r>
            <a:r>
              <a:rPr lang="en-US" dirty="0" err="1" smtClean="0"/>
              <a:t>người</a:t>
            </a:r>
            <a:r>
              <a:rPr lang="en-US" dirty="0" smtClean="0"/>
              <a:t> </a:t>
            </a:r>
            <a:r>
              <a:rPr lang="en-US" dirty="0" err="1" smtClean="0"/>
              <a:t>dân</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đúng</a:t>
            </a:r>
            <a:r>
              <a:rPr lang="en-US" dirty="0" smtClean="0"/>
              <a:t> </a:t>
            </a:r>
            <a:r>
              <a:rPr lang="en-US" dirty="0" err="1" smtClean="0"/>
              <a:t>quy</a:t>
            </a:r>
            <a:r>
              <a:rPr lang="en-US" dirty="0" smtClean="0"/>
              <a:t> </a:t>
            </a:r>
            <a:r>
              <a:rPr lang="en-US" dirty="0" err="1" smtClean="0"/>
              <a:t>định</a:t>
            </a:r>
            <a:r>
              <a:rPr lang="en-US" dirty="0" smtClean="0"/>
              <a:t> </a:t>
            </a:r>
            <a:r>
              <a:rPr lang="en-US" dirty="0" err="1" smtClean="0"/>
              <a:t>của</a:t>
            </a:r>
            <a:r>
              <a:rPr lang="en-US" dirty="0" smtClean="0"/>
              <a:t> </a:t>
            </a:r>
            <a:r>
              <a:rPr lang="en-US" dirty="0" err="1" smtClean="0"/>
              <a:t>Chính</a:t>
            </a:r>
            <a:r>
              <a:rPr lang="en-US" dirty="0" smtClean="0"/>
              <a:t> </a:t>
            </a:r>
            <a:r>
              <a:rPr lang="en-US" dirty="0" err="1" smtClean="0"/>
              <a:t>phủ</a:t>
            </a:r>
            <a:r>
              <a:rPr lang="en-US" dirty="0" smtClean="0"/>
              <a:t> </a:t>
            </a:r>
            <a:r>
              <a:rPr lang="en-US" dirty="0" err="1" smtClean="0"/>
              <a:t>về</a:t>
            </a:r>
            <a:r>
              <a:rPr lang="en-US" dirty="0" smtClean="0"/>
              <a:t> </a:t>
            </a:r>
            <a:r>
              <a:rPr lang="en-US" dirty="0" err="1" smtClean="0"/>
              <a:t>việc</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a:t>
            </a:r>
            <a:r>
              <a:rPr lang="en-US" dirty="0" err="1" smtClean="0"/>
              <a:t>nơi</a:t>
            </a:r>
            <a:r>
              <a:rPr lang="en-US" dirty="0" smtClean="0"/>
              <a:t> </a:t>
            </a:r>
            <a:r>
              <a:rPr lang="en-US" dirty="0" err="1" smtClean="0"/>
              <a:t>công</a:t>
            </a:r>
            <a:r>
              <a:rPr lang="en-US" dirty="0" smtClean="0"/>
              <a:t> </a:t>
            </a:r>
            <a:r>
              <a:rPr lang="en-US" dirty="0" err="1" smtClean="0"/>
              <a:t>cộng</a:t>
            </a:r>
            <a:r>
              <a:rPr lang="en-US" dirty="0" smtClean="0"/>
              <a:t>. </a:t>
            </a:r>
            <a:r>
              <a:rPr lang="en-US" dirty="0" err="1" smtClean="0"/>
              <a:t>Nhất</a:t>
            </a:r>
            <a:r>
              <a:rPr lang="en-US" dirty="0" smtClean="0"/>
              <a:t> </a:t>
            </a:r>
            <a:r>
              <a:rPr lang="en-US" dirty="0" err="1" smtClean="0"/>
              <a:t>là</a:t>
            </a:r>
            <a:r>
              <a:rPr lang="en-US" dirty="0" smtClean="0"/>
              <a:t> </a:t>
            </a:r>
            <a:r>
              <a:rPr lang="en-US" dirty="0" err="1" smtClean="0"/>
              <a:t>vào</a:t>
            </a:r>
            <a:r>
              <a:rPr lang="en-US" dirty="0" smtClean="0"/>
              <a:t> </a:t>
            </a:r>
            <a:r>
              <a:rPr lang="en-US" dirty="0" err="1" smtClean="0"/>
              <a:t>thời</a:t>
            </a:r>
            <a:r>
              <a:rPr lang="en-US" dirty="0" smtClean="0"/>
              <a:t> </a:t>
            </a:r>
            <a:r>
              <a:rPr lang="en-US" dirty="0" err="1" smtClean="0"/>
              <a:t>điểm</a:t>
            </a:r>
            <a:r>
              <a:rPr lang="en-US" dirty="0" smtClean="0"/>
              <a:t> </a:t>
            </a:r>
            <a:r>
              <a:rPr lang="en-US" dirty="0" err="1" smtClean="0"/>
              <a:t>hiện</a:t>
            </a:r>
            <a:r>
              <a:rPr lang="en-US" dirty="0" smtClean="0"/>
              <a:t> </a:t>
            </a:r>
            <a:r>
              <a:rPr lang="en-US" dirty="0" err="1" smtClean="0"/>
              <a:t>tại</a:t>
            </a:r>
            <a:r>
              <a:rPr lang="en-US" dirty="0" smtClean="0"/>
              <a:t>, </a:t>
            </a:r>
            <a:r>
              <a:rPr lang="en-US" dirty="0" err="1" smtClean="0"/>
              <a:t>khi</a:t>
            </a:r>
            <a:r>
              <a:rPr lang="en-US" dirty="0" smtClean="0"/>
              <a:t> </a:t>
            </a:r>
            <a:r>
              <a:rPr lang="en-US" dirty="0" err="1" smtClean="0"/>
              <a:t>tốc</a:t>
            </a:r>
            <a:r>
              <a:rPr lang="en-US" dirty="0" smtClean="0"/>
              <a:t> </a:t>
            </a:r>
            <a:r>
              <a:rPr lang="en-US" dirty="0" err="1" smtClean="0"/>
              <a:t>độ</a:t>
            </a:r>
            <a:r>
              <a:rPr lang="en-US" dirty="0" smtClean="0"/>
              <a:t> </a:t>
            </a:r>
            <a:r>
              <a:rPr lang="en-US" dirty="0" err="1" smtClean="0"/>
              <a:t>truyền</a:t>
            </a:r>
            <a:r>
              <a:rPr lang="en-US" dirty="0" smtClean="0"/>
              <a:t> </a:t>
            </a:r>
            <a:r>
              <a:rPr lang="en-US" dirty="0" err="1" smtClean="0"/>
              <a:t>nhiễm</a:t>
            </a:r>
            <a:r>
              <a:rPr lang="en-US" dirty="0" smtClean="0"/>
              <a:t> </a:t>
            </a:r>
            <a:r>
              <a:rPr lang="en-US" dirty="0" err="1" smtClean="0"/>
              <a:t>của</a:t>
            </a:r>
            <a:r>
              <a:rPr lang="en-US" dirty="0" smtClean="0"/>
              <a:t> </a:t>
            </a:r>
            <a:r>
              <a:rPr lang="en-US" dirty="0" err="1" smtClean="0"/>
              <a:t>dịch</a:t>
            </a:r>
            <a:r>
              <a:rPr lang="en-US" dirty="0" smtClean="0"/>
              <a:t> </a:t>
            </a:r>
            <a:r>
              <a:rPr lang="en-US" dirty="0" err="1" smtClean="0"/>
              <a:t>bệnh</a:t>
            </a:r>
            <a:r>
              <a:rPr lang="en-US" dirty="0" smtClean="0"/>
              <a:t> </a:t>
            </a:r>
            <a:r>
              <a:rPr lang="en-US" dirty="0" err="1" smtClean="0"/>
              <a:t>chưa</a:t>
            </a:r>
            <a:r>
              <a:rPr lang="en-US" dirty="0" smtClean="0"/>
              <a:t> </a:t>
            </a:r>
            <a:r>
              <a:rPr lang="en-US" dirty="0" err="1" smtClean="0"/>
              <a:t>có</a:t>
            </a:r>
            <a:r>
              <a:rPr lang="en-US" dirty="0" smtClean="0"/>
              <a:t> </a:t>
            </a:r>
            <a:r>
              <a:rPr lang="en-US" dirty="0" err="1" smtClean="0"/>
              <a:t>dấu</a:t>
            </a:r>
            <a:r>
              <a:rPr lang="en-US" dirty="0" smtClean="0"/>
              <a:t> </a:t>
            </a:r>
            <a:r>
              <a:rPr lang="en-US" dirty="0" err="1" smtClean="0"/>
              <a:t>hiệu</a:t>
            </a:r>
            <a:r>
              <a:rPr lang="en-US" dirty="0" smtClean="0"/>
              <a:t> </a:t>
            </a:r>
            <a:r>
              <a:rPr lang="en-US" dirty="0" err="1" smtClean="0"/>
              <a:t>suy</a:t>
            </a:r>
            <a:r>
              <a:rPr lang="en-US" dirty="0" smtClean="0"/>
              <a:t> </a:t>
            </a:r>
            <a:r>
              <a:rPr lang="en-US" dirty="0" err="1" smtClean="0"/>
              <a:t>giảm</a:t>
            </a:r>
            <a:endParaRPr lang="en-US" dirty="0" smtClean="0"/>
          </a:p>
          <a:p>
            <a:r>
              <a:rPr lang="en-US" dirty="0" err="1" smtClean="0"/>
              <a:t>Dựa</a:t>
            </a:r>
            <a:r>
              <a:rPr lang="en-US" dirty="0" smtClean="0"/>
              <a:t> </a:t>
            </a:r>
            <a:r>
              <a:rPr lang="en-US" dirty="0" err="1" smtClean="0"/>
              <a:t>vào</a:t>
            </a:r>
            <a:r>
              <a:rPr lang="en-US" dirty="0" smtClean="0"/>
              <a:t> </a:t>
            </a:r>
            <a:r>
              <a:rPr lang="en-US" dirty="0" err="1" smtClean="0"/>
              <a:t>những</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thủ</a:t>
            </a:r>
            <a:r>
              <a:rPr lang="en-US" dirty="0" smtClean="0"/>
              <a:t> </a:t>
            </a:r>
            <a:r>
              <a:rPr lang="en-US" dirty="0" err="1" smtClean="0"/>
              <a:t>được</a:t>
            </a:r>
            <a:r>
              <a:rPr lang="en-US" dirty="0" smtClean="0"/>
              <a:t>, ta </a:t>
            </a:r>
            <a:r>
              <a:rPr lang="en-US" dirty="0" err="1" smtClean="0"/>
              <a:t>có</a:t>
            </a:r>
            <a:r>
              <a:rPr lang="en-US" dirty="0" smtClean="0"/>
              <a:t> </a:t>
            </a:r>
            <a:r>
              <a:rPr lang="en-US" dirty="0" err="1" smtClean="0"/>
              <a:t>thể</a:t>
            </a:r>
            <a:r>
              <a:rPr lang="en-US" dirty="0" smtClean="0"/>
              <a:t> </a:t>
            </a:r>
            <a:r>
              <a:rPr lang="en-US" dirty="0" err="1" smtClean="0"/>
              <a:t>kết</a:t>
            </a:r>
            <a:r>
              <a:rPr lang="en-US" dirty="0" smtClean="0"/>
              <a:t> </a:t>
            </a:r>
            <a:r>
              <a:rPr lang="en-US" dirty="0" err="1" smtClean="0"/>
              <a:t>hợp</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với</a:t>
            </a:r>
            <a:r>
              <a:rPr lang="en-US" dirty="0" smtClean="0"/>
              <a:t> </a:t>
            </a:r>
            <a:r>
              <a:rPr lang="en-US" dirty="0" err="1" smtClean="0"/>
              <a:t>các</a:t>
            </a:r>
            <a:r>
              <a:rPr lang="en-US" dirty="0" smtClean="0"/>
              <a:t> </a:t>
            </a:r>
            <a:r>
              <a:rPr lang="en-US" dirty="0" err="1" smtClean="0"/>
              <a:t>thiết</a:t>
            </a:r>
            <a:r>
              <a:rPr lang="en-US" dirty="0" smtClean="0"/>
              <a:t> </a:t>
            </a:r>
            <a:r>
              <a:rPr lang="en-US" dirty="0" err="1" smtClean="0"/>
              <a:t>bị</a:t>
            </a:r>
            <a:r>
              <a:rPr lang="en-US" dirty="0" smtClean="0"/>
              <a:t> </a:t>
            </a:r>
            <a:r>
              <a:rPr lang="en-US" dirty="0" err="1" smtClean="0"/>
              <a:t>phần</a:t>
            </a:r>
            <a:r>
              <a:rPr lang="en-US" dirty="0" smtClean="0"/>
              <a:t> </a:t>
            </a:r>
            <a:r>
              <a:rPr lang="en-US" dirty="0" err="1" smtClean="0"/>
              <a:t>cứng</a:t>
            </a:r>
            <a:r>
              <a:rPr lang="en-US" dirty="0" smtClean="0"/>
              <a:t> </a:t>
            </a:r>
            <a:r>
              <a:rPr lang="en-US" dirty="0" err="1" smtClean="0"/>
              <a:t>như</a:t>
            </a:r>
            <a:r>
              <a:rPr lang="en-US" dirty="0" smtClean="0"/>
              <a:t> Raspberry, Arduino,… </a:t>
            </a:r>
            <a:r>
              <a:rPr lang="en-US" dirty="0" err="1" smtClean="0"/>
              <a:t>để</a:t>
            </a:r>
            <a:r>
              <a:rPr lang="en-US" dirty="0" smtClean="0"/>
              <a:t> </a:t>
            </a:r>
            <a:r>
              <a:rPr lang="en-US" dirty="0" err="1" smtClean="0"/>
              <a:t>xây</a:t>
            </a:r>
            <a:r>
              <a:rPr lang="en-US" dirty="0" smtClean="0"/>
              <a:t> </a:t>
            </a:r>
            <a:r>
              <a:rPr lang="en-US" dirty="0" err="1" smtClean="0"/>
              <a:t>dựng</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giám</a:t>
            </a:r>
            <a:r>
              <a:rPr lang="en-US" dirty="0" smtClean="0"/>
              <a:t> </a:t>
            </a:r>
            <a:r>
              <a:rPr lang="en-US" dirty="0" err="1" smtClean="0"/>
              <a:t>sát</a:t>
            </a:r>
            <a:r>
              <a:rPr lang="en-US" dirty="0" smtClean="0"/>
              <a:t> </a:t>
            </a:r>
            <a:r>
              <a:rPr lang="en-US" dirty="0" err="1" smtClean="0"/>
              <a:t>và</a:t>
            </a:r>
            <a:r>
              <a:rPr lang="en-US" dirty="0" smtClean="0"/>
              <a:t> </a:t>
            </a:r>
            <a:r>
              <a:rPr lang="en-US" dirty="0" err="1" smtClean="0"/>
              <a:t>nhắc</a:t>
            </a:r>
            <a:r>
              <a:rPr lang="en-US" dirty="0" smtClean="0"/>
              <a:t> </a:t>
            </a:r>
            <a:r>
              <a:rPr lang="en-US" dirty="0" err="1" smtClean="0"/>
              <a:t>nhở</a:t>
            </a:r>
            <a:r>
              <a:rPr lang="en-US" dirty="0" smtClean="0"/>
              <a:t> </a:t>
            </a:r>
            <a:r>
              <a:rPr lang="en-US" dirty="0" err="1" smtClean="0"/>
              <a:t>người</a:t>
            </a:r>
            <a:r>
              <a:rPr lang="en-US" dirty="0" smtClean="0"/>
              <a:t> </a:t>
            </a:r>
            <a:r>
              <a:rPr lang="en-US" dirty="0" err="1" smtClean="0"/>
              <a:t>dân</a:t>
            </a:r>
            <a:r>
              <a:rPr lang="en-US" dirty="0" smtClean="0"/>
              <a:t> </a:t>
            </a:r>
            <a:r>
              <a:rPr lang="en-US" dirty="0" err="1" smtClean="0"/>
              <a:t>đeo</a:t>
            </a:r>
            <a:r>
              <a:rPr lang="en-US" dirty="0" smtClean="0"/>
              <a:t> </a:t>
            </a:r>
            <a:r>
              <a:rPr lang="en-US" dirty="0" err="1" smtClean="0"/>
              <a:t>khẩu</a:t>
            </a:r>
            <a:r>
              <a:rPr lang="en-US" dirty="0" smtClean="0"/>
              <a:t> </a:t>
            </a:r>
            <a:r>
              <a:rPr lang="en-US" dirty="0" err="1" smtClean="0"/>
              <a:t>trang</a:t>
            </a:r>
            <a:r>
              <a:rPr lang="en-US" dirty="0" smtClean="0"/>
              <a:t> ở </a:t>
            </a:r>
            <a:r>
              <a:rPr lang="en-US" dirty="0" err="1" smtClean="0"/>
              <a:t>những</a:t>
            </a:r>
            <a:r>
              <a:rPr lang="en-US" dirty="0" smtClean="0"/>
              <a:t> </a:t>
            </a:r>
            <a:r>
              <a:rPr lang="en-US" dirty="0" err="1" smtClean="0"/>
              <a:t>nơi</a:t>
            </a:r>
            <a:r>
              <a:rPr lang="en-US" dirty="0" smtClean="0"/>
              <a:t> </a:t>
            </a:r>
            <a:r>
              <a:rPr lang="en-US" dirty="0" err="1" smtClean="0"/>
              <a:t>công</a:t>
            </a:r>
            <a:r>
              <a:rPr lang="en-US" dirty="0" smtClean="0"/>
              <a:t> </a:t>
            </a:r>
            <a:r>
              <a:rPr lang="en-US" dirty="0" err="1" smtClean="0"/>
              <a:t>cộng</a:t>
            </a:r>
            <a:endParaRPr lang="en-US" dirty="0"/>
          </a:p>
        </p:txBody>
      </p:sp>
    </p:spTree>
    <p:extLst>
      <p:ext uri="{BB962C8B-B14F-4D97-AF65-F5344CB8AC3E}">
        <p14:creationId xmlns:p14="http://schemas.microsoft.com/office/powerpoint/2010/main" val="35635434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35+ mẫu slide cảm ơn powerpoint đẹp cho bài thuyết trình chuyên nghiệp"/>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819791"/>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docProps/app.xml><?xml version="1.0" encoding="utf-8"?>
<Properties xmlns="http://schemas.openxmlformats.org/officeDocument/2006/extended-properties" xmlns:vt="http://schemas.openxmlformats.org/officeDocument/2006/docPropsVTypes">
  <Template>Urban monochrome</Template>
  <TotalTime>0</TotalTime>
  <Words>820</Words>
  <Application>Microsoft Office PowerPoint</Application>
  <PresentationFormat>Widescreen</PresentationFormat>
  <Paragraphs>60</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 (Body)</vt:lpstr>
      <vt:lpstr>Bookman Old Style</vt:lpstr>
      <vt:lpstr>Calibri</vt:lpstr>
      <vt:lpstr>Courier New</vt:lpstr>
      <vt:lpstr>Franklin Gothic Book</vt:lpstr>
      <vt:lpstr>Franklin Gothic Book (Body)</vt:lpstr>
      <vt:lpstr>Tahoma</vt:lpstr>
      <vt:lpstr>Times New Roman</vt:lpstr>
      <vt:lpstr>1_RetrospectVTI</vt:lpstr>
      <vt:lpstr>Đề tài 15: Xây dựng hệ thống phát hiện người không đeo khẩu trang dựa trên hình ảnh</vt:lpstr>
      <vt:lpstr>Mục lục</vt:lpstr>
      <vt:lpstr>I. Mô tả bài toán</vt:lpstr>
      <vt:lpstr>I. Mô tả bài toán</vt:lpstr>
      <vt:lpstr>II. Thuật toán bài toán</vt:lpstr>
      <vt:lpstr>II. Thuật toán bài toán</vt:lpstr>
      <vt:lpstr>II. Thuật toán bài toán</vt:lpstr>
      <vt:lpstr>II. Thuật toán bài toán</vt:lpstr>
      <vt:lpstr>II. Thuật toán bài toán</vt:lpstr>
      <vt:lpstr>II. Thuật toán bài toán</vt:lpstr>
      <vt:lpstr>II. Thuật toán bài toán</vt:lpstr>
      <vt:lpstr>II. Thuật toán bài toán</vt:lpstr>
      <vt:lpstr>II. Thuật toán bài toán</vt:lpstr>
      <vt:lpstr>III. Thử nghiệm</vt:lpstr>
      <vt:lpstr>III. Thử nghiệm</vt:lpstr>
      <vt:lpstr>III. Thử nghiệm</vt:lpstr>
      <vt:lpstr>III. Thử nghiệm</vt:lpstr>
      <vt:lpstr>III. Thử nghiệm</vt:lpstr>
      <vt:lpstr>III. Thử nghiệm</vt:lpstr>
      <vt:lpstr>IV. Kết luận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2021-11-30T10:20:26Z</dcterms:created>
  <dcterms:modified xsi:type="dcterms:W3CDTF">2021-12-08T04:57:57Z</dcterms:modified>
</cp:coreProperties>
</file>